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8" r:id="rId23"/>
    <p:sldId id="279" r:id="rId24"/>
    <p:sldId id="281"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B4EFEE-6401-4C38-ADA8-EEBCAEA649AD}"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C438D82B-76E5-4DAB-84AD-5A4C7002219F}">
      <dgm:prSet/>
      <dgm:spPr/>
      <dgm:t>
        <a:bodyPr/>
        <a:lstStyle/>
        <a:p>
          <a:r>
            <a:rPr lang="en-US"/>
            <a:t>The global transportation sector accounts for nearly </a:t>
          </a:r>
          <a:r>
            <a:rPr lang="en-US" b="1"/>
            <a:t>24% of CO₂ emissions</a:t>
          </a:r>
          <a:r>
            <a:rPr lang="en-US"/>
            <a:t>, with heavy-duty trucks being a major contributor (International Energy Agency). Inefficient driving patterns—especially frequent acceleration and braking—significantly increase fuel consumption.</a:t>
          </a:r>
        </a:p>
      </dgm:t>
    </dgm:pt>
    <dgm:pt modelId="{832CE12E-86FB-4489-98D3-FC468AD7DE63}" type="parTrans" cxnId="{18013632-D856-40E2-839E-B406B3DABA16}">
      <dgm:prSet/>
      <dgm:spPr/>
      <dgm:t>
        <a:bodyPr/>
        <a:lstStyle/>
        <a:p>
          <a:endParaRPr lang="en-US"/>
        </a:p>
      </dgm:t>
    </dgm:pt>
    <dgm:pt modelId="{69743EC5-1A00-4640-AD32-7EC36D941D21}" type="sibTrans" cxnId="{18013632-D856-40E2-839E-B406B3DABA16}">
      <dgm:prSet/>
      <dgm:spPr/>
      <dgm:t>
        <a:bodyPr/>
        <a:lstStyle/>
        <a:p>
          <a:endParaRPr lang="en-US"/>
        </a:p>
      </dgm:t>
    </dgm:pt>
    <dgm:pt modelId="{93B4BE14-B573-419F-B8B9-789930FC7413}">
      <dgm:prSet custT="1"/>
      <dgm:spPr/>
      <dgm:t>
        <a:bodyPr/>
        <a:lstStyle/>
        <a:p>
          <a:r>
            <a:rPr lang="en-US" sz="1400" b="1" dirty="0"/>
            <a:t>Conventional navigation systems (e.g., Google Maps) optimize:</a:t>
          </a:r>
        </a:p>
      </dgm:t>
    </dgm:pt>
    <dgm:pt modelId="{3E3AB524-0D0B-4701-89BE-BB99D03C8581}" type="parTrans" cxnId="{2ED883E4-9D3F-4CBB-9F4D-560D3BA91766}">
      <dgm:prSet/>
      <dgm:spPr/>
      <dgm:t>
        <a:bodyPr/>
        <a:lstStyle/>
        <a:p>
          <a:endParaRPr lang="en-US"/>
        </a:p>
      </dgm:t>
    </dgm:pt>
    <dgm:pt modelId="{136166D0-EB8C-413F-8224-53C35895425B}" type="sibTrans" cxnId="{2ED883E4-9D3F-4CBB-9F4D-560D3BA91766}">
      <dgm:prSet/>
      <dgm:spPr/>
      <dgm:t>
        <a:bodyPr/>
        <a:lstStyle/>
        <a:p>
          <a:endParaRPr lang="en-US"/>
        </a:p>
      </dgm:t>
    </dgm:pt>
    <dgm:pt modelId="{8B194A1C-2513-4CFF-85B7-3EB10F4F7697}">
      <dgm:prSet custT="1"/>
      <dgm:spPr/>
      <dgm:t>
        <a:bodyPr/>
        <a:lstStyle/>
        <a:p>
          <a:r>
            <a:rPr lang="en-US" sz="1400" dirty="0"/>
            <a:t>Shortest path </a:t>
          </a:r>
        </a:p>
      </dgm:t>
    </dgm:pt>
    <dgm:pt modelId="{28432C1F-FD0B-4111-AA86-FA9E0625008C}" type="parTrans" cxnId="{25B666DE-EDDF-4A7C-8329-E590FF37B19F}">
      <dgm:prSet/>
      <dgm:spPr/>
      <dgm:t>
        <a:bodyPr/>
        <a:lstStyle/>
        <a:p>
          <a:endParaRPr lang="en-US"/>
        </a:p>
      </dgm:t>
    </dgm:pt>
    <dgm:pt modelId="{82251B2D-8BF5-4CB0-BF7B-EEEFD505B418}" type="sibTrans" cxnId="{25B666DE-EDDF-4A7C-8329-E590FF37B19F}">
      <dgm:prSet/>
      <dgm:spPr/>
      <dgm:t>
        <a:bodyPr/>
        <a:lstStyle/>
        <a:p>
          <a:endParaRPr lang="en-US"/>
        </a:p>
      </dgm:t>
    </dgm:pt>
    <dgm:pt modelId="{8C16BDA2-A2F5-4A16-9039-BBEBE368FAB7}">
      <dgm:prSet custT="1"/>
      <dgm:spPr/>
      <dgm:t>
        <a:bodyPr/>
        <a:lstStyle/>
        <a:p>
          <a:r>
            <a:rPr lang="en-US" sz="1400" dirty="0"/>
            <a:t>Fastest route </a:t>
          </a:r>
        </a:p>
      </dgm:t>
    </dgm:pt>
    <dgm:pt modelId="{DC036032-D951-4F93-9C27-849220AD9BB4}" type="parTrans" cxnId="{9C63D77A-7952-476C-8981-806FD2BCC640}">
      <dgm:prSet/>
      <dgm:spPr/>
      <dgm:t>
        <a:bodyPr/>
        <a:lstStyle/>
        <a:p>
          <a:endParaRPr lang="en-US"/>
        </a:p>
      </dgm:t>
    </dgm:pt>
    <dgm:pt modelId="{F9B68622-67C3-4C2E-A364-B84E3A1ACBC7}" type="sibTrans" cxnId="{9C63D77A-7952-476C-8981-806FD2BCC640}">
      <dgm:prSet/>
      <dgm:spPr/>
      <dgm:t>
        <a:bodyPr/>
        <a:lstStyle/>
        <a:p>
          <a:endParaRPr lang="en-US"/>
        </a:p>
      </dgm:t>
    </dgm:pt>
    <dgm:pt modelId="{B0D52586-8E63-463C-A650-2DF6803DFA61}">
      <dgm:prSet custT="1"/>
      <dgm:spPr/>
      <dgm:t>
        <a:bodyPr/>
        <a:lstStyle/>
        <a:p>
          <a:r>
            <a:rPr lang="en-US" sz="1400" b="1" dirty="0"/>
            <a:t>However, they ignore:</a:t>
          </a:r>
        </a:p>
      </dgm:t>
    </dgm:pt>
    <dgm:pt modelId="{C6045537-AC0D-4AF2-B789-A6D82F8846ED}" type="parTrans" cxnId="{324436E0-4F5B-4B12-B5F1-DDBB43205D03}">
      <dgm:prSet/>
      <dgm:spPr/>
      <dgm:t>
        <a:bodyPr/>
        <a:lstStyle/>
        <a:p>
          <a:endParaRPr lang="en-US"/>
        </a:p>
      </dgm:t>
    </dgm:pt>
    <dgm:pt modelId="{940E6006-940E-4543-9D35-3D8386E937F0}" type="sibTrans" cxnId="{324436E0-4F5B-4B12-B5F1-DDBB43205D03}">
      <dgm:prSet/>
      <dgm:spPr/>
      <dgm:t>
        <a:bodyPr/>
        <a:lstStyle/>
        <a:p>
          <a:endParaRPr lang="en-US"/>
        </a:p>
      </dgm:t>
    </dgm:pt>
    <dgm:pt modelId="{3478A1D9-82E2-4B33-AED2-1C8C7A8487B9}">
      <dgm:prSet custT="1"/>
      <dgm:spPr/>
      <dgm:t>
        <a:bodyPr/>
        <a:lstStyle/>
        <a:p>
          <a:r>
            <a:rPr lang="en-US" sz="1400" dirty="0"/>
            <a:t>Stop-and-go traffic patterns </a:t>
          </a:r>
        </a:p>
      </dgm:t>
    </dgm:pt>
    <dgm:pt modelId="{E6632F27-0D4A-4EF9-AFAC-2ED91FF75B5E}" type="parTrans" cxnId="{A0931CBF-BB8D-4555-B661-74F33208D122}">
      <dgm:prSet/>
      <dgm:spPr/>
      <dgm:t>
        <a:bodyPr/>
        <a:lstStyle/>
        <a:p>
          <a:endParaRPr lang="en-US"/>
        </a:p>
      </dgm:t>
    </dgm:pt>
    <dgm:pt modelId="{30538909-52DF-481B-B472-24579C757736}" type="sibTrans" cxnId="{A0931CBF-BB8D-4555-B661-74F33208D122}">
      <dgm:prSet/>
      <dgm:spPr/>
      <dgm:t>
        <a:bodyPr/>
        <a:lstStyle/>
        <a:p>
          <a:endParaRPr lang="en-US"/>
        </a:p>
      </dgm:t>
    </dgm:pt>
    <dgm:pt modelId="{FAAA6EB6-C29C-43DD-A28C-2943867C33ED}">
      <dgm:prSet custT="1"/>
      <dgm:spPr/>
      <dgm:t>
        <a:bodyPr/>
        <a:lstStyle/>
        <a:p>
          <a:r>
            <a:rPr lang="en-US" sz="1400" dirty="0"/>
            <a:t>Road elevation </a:t>
          </a:r>
        </a:p>
      </dgm:t>
    </dgm:pt>
    <dgm:pt modelId="{B94DC6A4-1273-4047-9D08-BBE8419D0885}" type="parTrans" cxnId="{21FF0B7B-2397-43AE-B579-718A915A42CA}">
      <dgm:prSet/>
      <dgm:spPr/>
      <dgm:t>
        <a:bodyPr/>
        <a:lstStyle/>
        <a:p>
          <a:endParaRPr lang="en-US"/>
        </a:p>
      </dgm:t>
    </dgm:pt>
    <dgm:pt modelId="{8374803A-0109-4F1E-BA32-56878A61E0D3}" type="sibTrans" cxnId="{21FF0B7B-2397-43AE-B579-718A915A42CA}">
      <dgm:prSet/>
      <dgm:spPr/>
      <dgm:t>
        <a:bodyPr/>
        <a:lstStyle/>
        <a:p>
          <a:endParaRPr lang="en-US"/>
        </a:p>
      </dgm:t>
    </dgm:pt>
    <dgm:pt modelId="{86A2507A-596B-47A1-845E-C13D31EBA0ED}">
      <dgm:prSet custT="1"/>
      <dgm:spPr/>
      <dgm:t>
        <a:bodyPr/>
        <a:lstStyle/>
        <a:p>
          <a:pPr algn="just"/>
          <a:r>
            <a:rPr lang="en-US" sz="1400" dirty="0"/>
            <a:t>Driver braking behavior </a:t>
          </a:r>
        </a:p>
      </dgm:t>
    </dgm:pt>
    <dgm:pt modelId="{449B2E37-5CBD-4932-AB36-AEB4962514B8}" type="parTrans" cxnId="{541B4943-9869-4CD3-AE59-499B70BE8699}">
      <dgm:prSet/>
      <dgm:spPr/>
      <dgm:t>
        <a:bodyPr/>
        <a:lstStyle/>
        <a:p>
          <a:endParaRPr lang="en-US"/>
        </a:p>
      </dgm:t>
    </dgm:pt>
    <dgm:pt modelId="{8392C98E-0677-4E38-A9CC-0D973868DB85}" type="sibTrans" cxnId="{541B4943-9869-4CD3-AE59-499B70BE8699}">
      <dgm:prSet/>
      <dgm:spPr/>
      <dgm:t>
        <a:bodyPr/>
        <a:lstStyle/>
        <a:p>
          <a:endParaRPr lang="en-US"/>
        </a:p>
      </dgm:t>
    </dgm:pt>
    <dgm:pt modelId="{54EF2E38-76A7-42BE-83F2-054E42D3F172}">
      <dgm:prSet/>
      <dgm:spPr/>
      <dgm:t>
        <a:bodyPr/>
        <a:lstStyle/>
        <a:p>
          <a:r>
            <a:rPr lang="en-US"/>
            <a:t>This project introduces </a:t>
          </a:r>
          <a:r>
            <a:rPr lang="en-US" b="1"/>
            <a:t>brake-minimization as a routing parameter</a:t>
          </a:r>
          <a:r>
            <a:rPr lang="en-US"/>
            <a:t>, leveraging AI for smarter route decisions.</a:t>
          </a:r>
        </a:p>
      </dgm:t>
    </dgm:pt>
    <dgm:pt modelId="{465473C5-0DDC-45AE-A860-F23AF1E6A229}" type="parTrans" cxnId="{1010E548-8FEF-4AAD-A609-1865E7D85683}">
      <dgm:prSet/>
      <dgm:spPr/>
      <dgm:t>
        <a:bodyPr/>
        <a:lstStyle/>
        <a:p>
          <a:endParaRPr lang="en-US"/>
        </a:p>
      </dgm:t>
    </dgm:pt>
    <dgm:pt modelId="{4A1965FD-DBCF-4247-8E7F-53E7C06668CF}" type="sibTrans" cxnId="{1010E548-8FEF-4AAD-A609-1865E7D85683}">
      <dgm:prSet/>
      <dgm:spPr/>
      <dgm:t>
        <a:bodyPr/>
        <a:lstStyle/>
        <a:p>
          <a:endParaRPr lang="en-US"/>
        </a:p>
      </dgm:t>
    </dgm:pt>
    <dgm:pt modelId="{EF3E48A5-10D9-4EFC-8000-02F677EDD622}" type="pres">
      <dgm:prSet presAssocID="{F6B4EFEE-6401-4C38-ADA8-EEBCAEA649AD}" presName="vert0" presStyleCnt="0">
        <dgm:presLayoutVars>
          <dgm:dir/>
          <dgm:animOne val="branch"/>
          <dgm:animLvl val="lvl"/>
        </dgm:presLayoutVars>
      </dgm:prSet>
      <dgm:spPr/>
    </dgm:pt>
    <dgm:pt modelId="{B5CF55F0-1A95-4FD4-B0BF-F03908486F88}" type="pres">
      <dgm:prSet presAssocID="{C438D82B-76E5-4DAB-84AD-5A4C7002219F}" presName="thickLine" presStyleLbl="alignNode1" presStyleIdx="0" presStyleCnt="9"/>
      <dgm:spPr/>
    </dgm:pt>
    <dgm:pt modelId="{7E2F81EB-6474-4B75-9C1B-1AC5DF5EF687}" type="pres">
      <dgm:prSet presAssocID="{C438D82B-76E5-4DAB-84AD-5A4C7002219F}" presName="horz1" presStyleCnt="0"/>
      <dgm:spPr/>
    </dgm:pt>
    <dgm:pt modelId="{1C822B8F-FE52-4D03-9C9A-03B9892F59C2}" type="pres">
      <dgm:prSet presAssocID="{C438D82B-76E5-4DAB-84AD-5A4C7002219F}" presName="tx1" presStyleLbl="revTx" presStyleIdx="0" presStyleCnt="9"/>
      <dgm:spPr/>
    </dgm:pt>
    <dgm:pt modelId="{69584D19-B9FB-485C-AA1F-D68D0BE5B2F8}" type="pres">
      <dgm:prSet presAssocID="{C438D82B-76E5-4DAB-84AD-5A4C7002219F}" presName="vert1" presStyleCnt="0"/>
      <dgm:spPr/>
    </dgm:pt>
    <dgm:pt modelId="{4FC2F883-D493-4E84-ADC2-966E0B1653B7}" type="pres">
      <dgm:prSet presAssocID="{93B4BE14-B573-419F-B8B9-789930FC7413}" presName="thickLine" presStyleLbl="alignNode1" presStyleIdx="1" presStyleCnt="9"/>
      <dgm:spPr/>
    </dgm:pt>
    <dgm:pt modelId="{D16963E1-7658-419C-B33D-453F053255B6}" type="pres">
      <dgm:prSet presAssocID="{93B4BE14-B573-419F-B8B9-789930FC7413}" presName="horz1" presStyleCnt="0"/>
      <dgm:spPr/>
    </dgm:pt>
    <dgm:pt modelId="{0844CFE6-D013-4EA2-8CC5-C7284D6EFF69}" type="pres">
      <dgm:prSet presAssocID="{93B4BE14-B573-419F-B8B9-789930FC7413}" presName="tx1" presStyleLbl="revTx" presStyleIdx="1" presStyleCnt="9"/>
      <dgm:spPr/>
    </dgm:pt>
    <dgm:pt modelId="{EB00FCA4-9CBC-4B29-996D-68B29BECF7BB}" type="pres">
      <dgm:prSet presAssocID="{93B4BE14-B573-419F-B8B9-789930FC7413}" presName="vert1" presStyleCnt="0"/>
      <dgm:spPr/>
    </dgm:pt>
    <dgm:pt modelId="{21085C30-7039-4D02-84C1-0D04C90B1011}" type="pres">
      <dgm:prSet presAssocID="{8B194A1C-2513-4CFF-85B7-3EB10F4F7697}" presName="thickLine" presStyleLbl="alignNode1" presStyleIdx="2" presStyleCnt="9"/>
      <dgm:spPr/>
    </dgm:pt>
    <dgm:pt modelId="{06A1FCC7-F3A4-4418-BC6D-2E4A6BE66F5A}" type="pres">
      <dgm:prSet presAssocID="{8B194A1C-2513-4CFF-85B7-3EB10F4F7697}" presName="horz1" presStyleCnt="0"/>
      <dgm:spPr/>
    </dgm:pt>
    <dgm:pt modelId="{BCF2C7B6-0D3F-4020-9642-47975EF3701A}" type="pres">
      <dgm:prSet presAssocID="{8B194A1C-2513-4CFF-85B7-3EB10F4F7697}" presName="tx1" presStyleLbl="revTx" presStyleIdx="2" presStyleCnt="9"/>
      <dgm:spPr/>
    </dgm:pt>
    <dgm:pt modelId="{ED196634-C52D-4A9F-975D-025660C16FD2}" type="pres">
      <dgm:prSet presAssocID="{8B194A1C-2513-4CFF-85B7-3EB10F4F7697}" presName="vert1" presStyleCnt="0"/>
      <dgm:spPr/>
    </dgm:pt>
    <dgm:pt modelId="{AC8C0CCF-D626-495F-A193-BE61B685ED28}" type="pres">
      <dgm:prSet presAssocID="{8C16BDA2-A2F5-4A16-9039-BBEBE368FAB7}" presName="thickLine" presStyleLbl="alignNode1" presStyleIdx="3" presStyleCnt="9"/>
      <dgm:spPr/>
    </dgm:pt>
    <dgm:pt modelId="{61D851FA-A103-4A7F-9409-7A2BC48985C4}" type="pres">
      <dgm:prSet presAssocID="{8C16BDA2-A2F5-4A16-9039-BBEBE368FAB7}" presName="horz1" presStyleCnt="0"/>
      <dgm:spPr/>
    </dgm:pt>
    <dgm:pt modelId="{2CA6376F-649E-4989-B530-D3BCF63AF604}" type="pres">
      <dgm:prSet presAssocID="{8C16BDA2-A2F5-4A16-9039-BBEBE368FAB7}" presName="tx1" presStyleLbl="revTx" presStyleIdx="3" presStyleCnt="9"/>
      <dgm:spPr/>
    </dgm:pt>
    <dgm:pt modelId="{3B021211-76E7-4AD8-9909-6BCDF03C3CCC}" type="pres">
      <dgm:prSet presAssocID="{8C16BDA2-A2F5-4A16-9039-BBEBE368FAB7}" presName="vert1" presStyleCnt="0"/>
      <dgm:spPr/>
    </dgm:pt>
    <dgm:pt modelId="{30161A9A-6E82-4CE6-9BDF-9670892CCC58}" type="pres">
      <dgm:prSet presAssocID="{B0D52586-8E63-463C-A650-2DF6803DFA61}" presName="thickLine" presStyleLbl="alignNode1" presStyleIdx="4" presStyleCnt="9"/>
      <dgm:spPr/>
    </dgm:pt>
    <dgm:pt modelId="{4D0E2982-2511-4712-B19F-CD537B63056D}" type="pres">
      <dgm:prSet presAssocID="{B0D52586-8E63-463C-A650-2DF6803DFA61}" presName="horz1" presStyleCnt="0"/>
      <dgm:spPr/>
    </dgm:pt>
    <dgm:pt modelId="{36C66EFB-A8D6-4360-B109-C336DE1AF7F7}" type="pres">
      <dgm:prSet presAssocID="{B0D52586-8E63-463C-A650-2DF6803DFA61}" presName="tx1" presStyleLbl="revTx" presStyleIdx="4" presStyleCnt="9"/>
      <dgm:spPr/>
    </dgm:pt>
    <dgm:pt modelId="{829811C3-A097-4AC5-BDA5-FE6B401624B8}" type="pres">
      <dgm:prSet presAssocID="{B0D52586-8E63-463C-A650-2DF6803DFA61}" presName="vert1" presStyleCnt="0"/>
      <dgm:spPr/>
    </dgm:pt>
    <dgm:pt modelId="{D766AE11-F73C-4F5F-9B7B-CE25F35DA288}" type="pres">
      <dgm:prSet presAssocID="{3478A1D9-82E2-4B33-AED2-1C8C7A8487B9}" presName="thickLine" presStyleLbl="alignNode1" presStyleIdx="5" presStyleCnt="9"/>
      <dgm:spPr/>
    </dgm:pt>
    <dgm:pt modelId="{CEA57CF2-9A26-43A4-B0C7-F11B62030B54}" type="pres">
      <dgm:prSet presAssocID="{3478A1D9-82E2-4B33-AED2-1C8C7A8487B9}" presName="horz1" presStyleCnt="0"/>
      <dgm:spPr/>
    </dgm:pt>
    <dgm:pt modelId="{5CCE0643-107C-44D1-9FFD-E695E8E610D7}" type="pres">
      <dgm:prSet presAssocID="{3478A1D9-82E2-4B33-AED2-1C8C7A8487B9}" presName="tx1" presStyleLbl="revTx" presStyleIdx="5" presStyleCnt="9"/>
      <dgm:spPr/>
    </dgm:pt>
    <dgm:pt modelId="{76AF785D-C28A-4893-9D5C-D5F81352161B}" type="pres">
      <dgm:prSet presAssocID="{3478A1D9-82E2-4B33-AED2-1C8C7A8487B9}" presName="vert1" presStyleCnt="0"/>
      <dgm:spPr/>
    </dgm:pt>
    <dgm:pt modelId="{A1472E3B-B44F-40AB-8EC3-DAFD938445E1}" type="pres">
      <dgm:prSet presAssocID="{FAAA6EB6-C29C-43DD-A28C-2943867C33ED}" presName="thickLine" presStyleLbl="alignNode1" presStyleIdx="6" presStyleCnt="9"/>
      <dgm:spPr/>
    </dgm:pt>
    <dgm:pt modelId="{54EF745C-4201-40B6-A2F6-7851D479D45C}" type="pres">
      <dgm:prSet presAssocID="{FAAA6EB6-C29C-43DD-A28C-2943867C33ED}" presName="horz1" presStyleCnt="0"/>
      <dgm:spPr/>
    </dgm:pt>
    <dgm:pt modelId="{A6071E8D-4BB4-4D1B-B786-143DA89D738A}" type="pres">
      <dgm:prSet presAssocID="{FAAA6EB6-C29C-43DD-A28C-2943867C33ED}" presName="tx1" presStyleLbl="revTx" presStyleIdx="6" presStyleCnt="9"/>
      <dgm:spPr/>
    </dgm:pt>
    <dgm:pt modelId="{95192ACC-CA15-42E1-A522-9224FCD6CF15}" type="pres">
      <dgm:prSet presAssocID="{FAAA6EB6-C29C-43DD-A28C-2943867C33ED}" presName="vert1" presStyleCnt="0"/>
      <dgm:spPr/>
    </dgm:pt>
    <dgm:pt modelId="{2F06586E-CEE8-4489-A7CC-EFBD94808A53}" type="pres">
      <dgm:prSet presAssocID="{86A2507A-596B-47A1-845E-C13D31EBA0ED}" presName="thickLine" presStyleLbl="alignNode1" presStyleIdx="7" presStyleCnt="9"/>
      <dgm:spPr/>
    </dgm:pt>
    <dgm:pt modelId="{827AD3F3-E5BF-4C39-8EDA-5AACCA053E14}" type="pres">
      <dgm:prSet presAssocID="{86A2507A-596B-47A1-845E-C13D31EBA0ED}" presName="horz1" presStyleCnt="0"/>
      <dgm:spPr/>
    </dgm:pt>
    <dgm:pt modelId="{B41B3E92-DAA6-4683-AD81-304B21A3CC56}" type="pres">
      <dgm:prSet presAssocID="{86A2507A-596B-47A1-845E-C13D31EBA0ED}" presName="tx1" presStyleLbl="revTx" presStyleIdx="7" presStyleCnt="9"/>
      <dgm:spPr/>
    </dgm:pt>
    <dgm:pt modelId="{95908527-252C-4F03-8713-087B3C50399F}" type="pres">
      <dgm:prSet presAssocID="{86A2507A-596B-47A1-845E-C13D31EBA0ED}" presName="vert1" presStyleCnt="0"/>
      <dgm:spPr/>
    </dgm:pt>
    <dgm:pt modelId="{43DC0CE6-FFE0-4475-ACEF-15C9370BC276}" type="pres">
      <dgm:prSet presAssocID="{54EF2E38-76A7-42BE-83F2-054E42D3F172}" presName="thickLine" presStyleLbl="alignNode1" presStyleIdx="8" presStyleCnt="9"/>
      <dgm:spPr/>
    </dgm:pt>
    <dgm:pt modelId="{E7A43D89-F5D7-4017-9B5A-3041DF109516}" type="pres">
      <dgm:prSet presAssocID="{54EF2E38-76A7-42BE-83F2-054E42D3F172}" presName="horz1" presStyleCnt="0"/>
      <dgm:spPr/>
    </dgm:pt>
    <dgm:pt modelId="{60F5B2AD-3455-4AB2-B3BB-C0DDFF6A589E}" type="pres">
      <dgm:prSet presAssocID="{54EF2E38-76A7-42BE-83F2-054E42D3F172}" presName="tx1" presStyleLbl="revTx" presStyleIdx="8" presStyleCnt="9"/>
      <dgm:spPr/>
    </dgm:pt>
    <dgm:pt modelId="{1B94470E-F286-479D-BF4F-000D0BD284DC}" type="pres">
      <dgm:prSet presAssocID="{54EF2E38-76A7-42BE-83F2-054E42D3F172}" presName="vert1" presStyleCnt="0"/>
      <dgm:spPr/>
    </dgm:pt>
  </dgm:ptLst>
  <dgm:cxnLst>
    <dgm:cxn modelId="{06F78B1C-53F8-471C-B7FF-0E133A2E5334}" type="presOf" srcId="{86A2507A-596B-47A1-845E-C13D31EBA0ED}" destId="{B41B3E92-DAA6-4683-AD81-304B21A3CC56}" srcOrd="0" destOrd="0" presId="urn:microsoft.com/office/officeart/2008/layout/LinedList"/>
    <dgm:cxn modelId="{A3FB9B23-864D-4E67-86F5-0CDB22932742}" type="presOf" srcId="{8B194A1C-2513-4CFF-85B7-3EB10F4F7697}" destId="{BCF2C7B6-0D3F-4020-9642-47975EF3701A}" srcOrd="0" destOrd="0" presId="urn:microsoft.com/office/officeart/2008/layout/LinedList"/>
    <dgm:cxn modelId="{3774032E-061F-4102-A610-B996662E7909}" type="presOf" srcId="{3478A1D9-82E2-4B33-AED2-1C8C7A8487B9}" destId="{5CCE0643-107C-44D1-9FFD-E695E8E610D7}" srcOrd="0" destOrd="0" presId="urn:microsoft.com/office/officeart/2008/layout/LinedList"/>
    <dgm:cxn modelId="{18013632-D856-40E2-839E-B406B3DABA16}" srcId="{F6B4EFEE-6401-4C38-ADA8-EEBCAEA649AD}" destId="{C438D82B-76E5-4DAB-84AD-5A4C7002219F}" srcOrd="0" destOrd="0" parTransId="{832CE12E-86FB-4489-98D3-FC468AD7DE63}" sibTransId="{69743EC5-1A00-4640-AD32-7EC36D941D21}"/>
    <dgm:cxn modelId="{4FC9323F-8995-4AA5-872F-4C634AE1B0BF}" type="presOf" srcId="{FAAA6EB6-C29C-43DD-A28C-2943867C33ED}" destId="{A6071E8D-4BB4-4D1B-B786-143DA89D738A}" srcOrd="0" destOrd="0" presId="urn:microsoft.com/office/officeart/2008/layout/LinedList"/>
    <dgm:cxn modelId="{E7393A42-F12E-4A72-9639-71E57200974A}" type="presOf" srcId="{F6B4EFEE-6401-4C38-ADA8-EEBCAEA649AD}" destId="{EF3E48A5-10D9-4EFC-8000-02F677EDD622}" srcOrd="0" destOrd="0" presId="urn:microsoft.com/office/officeart/2008/layout/LinedList"/>
    <dgm:cxn modelId="{541B4943-9869-4CD3-AE59-499B70BE8699}" srcId="{F6B4EFEE-6401-4C38-ADA8-EEBCAEA649AD}" destId="{86A2507A-596B-47A1-845E-C13D31EBA0ED}" srcOrd="7" destOrd="0" parTransId="{449B2E37-5CBD-4932-AB36-AEB4962514B8}" sibTransId="{8392C98E-0677-4E38-A9CC-0D973868DB85}"/>
    <dgm:cxn modelId="{1010E548-8FEF-4AAD-A609-1865E7D85683}" srcId="{F6B4EFEE-6401-4C38-ADA8-EEBCAEA649AD}" destId="{54EF2E38-76A7-42BE-83F2-054E42D3F172}" srcOrd="8" destOrd="0" parTransId="{465473C5-0DDC-45AE-A860-F23AF1E6A229}" sibTransId="{4A1965FD-DBCF-4247-8E7F-53E7C06668CF}"/>
    <dgm:cxn modelId="{96BBA44D-4772-4588-9DBB-AEC6C3747584}" type="presOf" srcId="{B0D52586-8E63-463C-A650-2DF6803DFA61}" destId="{36C66EFB-A8D6-4360-B109-C336DE1AF7F7}" srcOrd="0" destOrd="0" presId="urn:microsoft.com/office/officeart/2008/layout/LinedList"/>
    <dgm:cxn modelId="{75FC016E-20A7-410C-992B-4C12E36C9EB2}" type="presOf" srcId="{C438D82B-76E5-4DAB-84AD-5A4C7002219F}" destId="{1C822B8F-FE52-4D03-9C9A-03B9892F59C2}" srcOrd="0" destOrd="0" presId="urn:microsoft.com/office/officeart/2008/layout/LinedList"/>
    <dgm:cxn modelId="{9C63D77A-7952-476C-8981-806FD2BCC640}" srcId="{F6B4EFEE-6401-4C38-ADA8-EEBCAEA649AD}" destId="{8C16BDA2-A2F5-4A16-9039-BBEBE368FAB7}" srcOrd="3" destOrd="0" parTransId="{DC036032-D951-4F93-9C27-849220AD9BB4}" sibTransId="{F9B68622-67C3-4C2E-A364-B84E3A1ACBC7}"/>
    <dgm:cxn modelId="{21FF0B7B-2397-43AE-B579-718A915A42CA}" srcId="{F6B4EFEE-6401-4C38-ADA8-EEBCAEA649AD}" destId="{FAAA6EB6-C29C-43DD-A28C-2943867C33ED}" srcOrd="6" destOrd="0" parTransId="{B94DC6A4-1273-4047-9D08-BBE8419D0885}" sibTransId="{8374803A-0109-4F1E-BA32-56878A61E0D3}"/>
    <dgm:cxn modelId="{B4FDD986-5341-4005-8B74-1A972BD8547F}" type="presOf" srcId="{54EF2E38-76A7-42BE-83F2-054E42D3F172}" destId="{60F5B2AD-3455-4AB2-B3BB-C0DDFF6A589E}" srcOrd="0" destOrd="0" presId="urn:microsoft.com/office/officeart/2008/layout/LinedList"/>
    <dgm:cxn modelId="{55C6C9B7-8FB5-4672-9138-B2ADC296A3DC}" type="presOf" srcId="{93B4BE14-B573-419F-B8B9-789930FC7413}" destId="{0844CFE6-D013-4EA2-8CC5-C7284D6EFF69}" srcOrd="0" destOrd="0" presId="urn:microsoft.com/office/officeart/2008/layout/LinedList"/>
    <dgm:cxn modelId="{A0931CBF-BB8D-4555-B661-74F33208D122}" srcId="{F6B4EFEE-6401-4C38-ADA8-EEBCAEA649AD}" destId="{3478A1D9-82E2-4B33-AED2-1C8C7A8487B9}" srcOrd="5" destOrd="0" parTransId="{E6632F27-0D4A-4EF9-AFAC-2ED91FF75B5E}" sibTransId="{30538909-52DF-481B-B472-24579C757736}"/>
    <dgm:cxn modelId="{725596C7-76E9-4B83-9307-BAF0961D15AC}" type="presOf" srcId="{8C16BDA2-A2F5-4A16-9039-BBEBE368FAB7}" destId="{2CA6376F-649E-4989-B530-D3BCF63AF604}" srcOrd="0" destOrd="0" presId="urn:microsoft.com/office/officeart/2008/layout/LinedList"/>
    <dgm:cxn modelId="{25B666DE-EDDF-4A7C-8329-E590FF37B19F}" srcId="{F6B4EFEE-6401-4C38-ADA8-EEBCAEA649AD}" destId="{8B194A1C-2513-4CFF-85B7-3EB10F4F7697}" srcOrd="2" destOrd="0" parTransId="{28432C1F-FD0B-4111-AA86-FA9E0625008C}" sibTransId="{82251B2D-8BF5-4CB0-BF7B-EEEFD505B418}"/>
    <dgm:cxn modelId="{324436E0-4F5B-4B12-B5F1-DDBB43205D03}" srcId="{F6B4EFEE-6401-4C38-ADA8-EEBCAEA649AD}" destId="{B0D52586-8E63-463C-A650-2DF6803DFA61}" srcOrd="4" destOrd="0" parTransId="{C6045537-AC0D-4AF2-B789-A6D82F8846ED}" sibTransId="{940E6006-940E-4543-9D35-3D8386E937F0}"/>
    <dgm:cxn modelId="{2ED883E4-9D3F-4CBB-9F4D-560D3BA91766}" srcId="{F6B4EFEE-6401-4C38-ADA8-EEBCAEA649AD}" destId="{93B4BE14-B573-419F-B8B9-789930FC7413}" srcOrd="1" destOrd="0" parTransId="{3E3AB524-0D0B-4701-89BE-BB99D03C8581}" sibTransId="{136166D0-EB8C-413F-8224-53C35895425B}"/>
    <dgm:cxn modelId="{762B85C4-67DC-4018-800B-00C2AF7B0C8C}" type="presParOf" srcId="{EF3E48A5-10D9-4EFC-8000-02F677EDD622}" destId="{B5CF55F0-1A95-4FD4-B0BF-F03908486F88}" srcOrd="0" destOrd="0" presId="urn:microsoft.com/office/officeart/2008/layout/LinedList"/>
    <dgm:cxn modelId="{8E1905BC-DD0F-498E-823D-B5B62B08C0BE}" type="presParOf" srcId="{EF3E48A5-10D9-4EFC-8000-02F677EDD622}" destId="{7E2F81EB-6474-4B75-9C1B-1AC5DF5EF687}" srcOrd="1" destOrd="0" presId="urn:microsoft.com/office/officeart/2008/layout/LinedList"/>
    <dgm:cxn modelId="{ECFA5B26-880B-4447-81E6-67DA7F298E23}" type="presParOf" srcId="{7E2F81EB-6474-4B75-9C1B-1AC5DF5EF687}" destId="{1C822B8F-FE52-4D03-9C9A-03B9892F59C2}" srcOrd="0" destOrd="0" presId="urn:microsoft.com/office/officeart/2008/layout/LinedList"/>
    <dgm:cxn modelId="{2A0E7AE4-8A87-451F-A548-DB6478C19443}" type="presParOf" srcId="{7E2F81EB-6474-4B75-9C1B-1AC5DF5EF687}" destId="{69584D19-B9FB-485C-AA1F-D68D0BE5B2F8}" srcOrd="1" destOrd="0" presId="urn:microsoft.com/office/officeart/2008/layout/LinedList"/>
    <dgm:cxn modelId="{F49D767D-0A23-4B03-808D-1D68D6C99C66}" type="presParOf" srcId="{EF3E48A5-10D9-4EFC-8000-02F677EDD622}" destId="{4FC2F883-D493-4E84-ADC2-966E0B1653B7}" srcOrd="2" destOrd="0" presId="urn:microsoft.com/office/officeart/2008/layout/LinedList"/>
    <dgm:cxn modelId="{D543A49D-BB58-46B9-A7B5-AF495B64C12E}" type="presParOf" srcId="{EF3E48A5-10D9-4EFC-8000-02F677EDD622}" destId="{D16963E1-7658-419C-B33D-453F053255B6}" srcOrd="3" destOrd="0" presId="urn:microsoft.com/office/officeart/2008/layout/LinedList"/>
    <dgm:cxn modelId="{55857D73-3060-43D7-B305-C9B69D431B04}" type="presParOf" srcId="{D16963E1-7658-419C-B33D-453F053255B6}" destId="{0844CFE6-D013-4EA2-8CC5-C7284D6EFF69}" srcOrd="0" destOrd="0" presId="urn:microsoft.com/office/officeart/2008/layout/LinedList"/>
    <dgm:cxn modelId="{B86CA755-6532-4F61-A2B1-2AB501E0D774}" type="presParOf" srcId="{D16963E1-7658-419C-B33D-453F053255B6}" destId="{EB00FCA4-9CBC-4B29-996D-68B29BECF7BB}" srcOrd="1" destOrd="0" presId="urn:microsoft.com/office/officeart/2008/layout/LinedList"/>
    <dgm:cxn modelId="{AB491C3E-420F-43C3-AFE2-1459938F2986}" type="presParOf" srcId="{EF3E48A5-10D9-4EFC-8000-02F677EDD622}" destId="{21085C30-7039-4D02-84C1-0D04C90B1011}" srcOrd="4" destOrd="0" presId="urn:microsoft.com/office/officeart/2008/layout/LinedList"/>
    <dgm:cxn modelId="{F8C4E763-EA39-4396-B302-3143957B4C6F}" type="presParOf" srcId="{EF3E48A5-10D9-4EFC-8000-02F677EDD622}" destId="{06A1FCC7-F3A4-4418-BC6D-2E4A6BE66F5A}" srcOrd="5" destOrd="0" presId="urn:microsoft.com/office/officeart/2008/layout/LinedList"/>
    <dgm:cxn modelId="{E92B065E-A2AD-47B7-9706-5D629E168BF8}" type="presParOf" srcId="{06A1FCC7-F3A4-4418-BC6D-2E4A6BE66F5A}" destId="{BCF2C7B6-0D3F-4020-9642-47975EF3701A}" srcOrd="0" destOrd="0" presId="urn:microsoft.com/office/officeart/2008/layout/LinedList"/>
    <dgm:cxn modelId="{9D74258B-A27A-492F-936B-E3F4CC94AF40}" type="presParOf" srcId="{06A1FCC7-F3A4-4418-BC6D-2E4A6BE66F5A}" destId="{ED196634-C52D-4A9F-975D-025660C16FD2}" srcOrd="1" destOrd="0" presId="urn:microsoft.com/office/officeart/2008/layout/LinedList"/>
    <dgm:cxn modelId="{4B4C0F84-A6FB-4491-A5E4-7813A08C8303}" type="presParOf" srcId="{EF3E48A5-10D9-4EFC-8000-02F677EDD622}" destId="{AC8C0CCF-D626-495F-A193-BE61B685ED28}" srcOrd="6" destOrd="0" presId="urn:microsoft.com/office/officeart/2008/layout/LinedList"/>
    <dgm:cxn modelId="{37BE3D16-F8AA-4FCF-820F-F7B84192A0BB}" type="presParOf" srcId="{EF3E48A5-10D9-4EFC-8000-02F677EDD622}" destId="{61D851FA-A103-4A7F-9409-7A2BC48985C4}" srcOrd="7" destOrd="0" presId="urn:microsoft.com/office/officeart/2008/layout/LinedList"/>
    <dgm:cxn modelId="{1314A83A-9C1E-472E-BC48-E2B5F2513CE5}" type="presParOf" srcId="{61D851FA-A103-4A7F-9409-7A2BC48985C4}" destId="{2CA6376F-649E-4989-B530-D3BCF63AF604}" srcOrd="0" destOrd="0" presId="urn:microsoft.com/office/officeart/2008/layout/LinedList"/>
    <dgm:cxn modelId="{17F5D412-10AB-4D4E-8E5E-4BBC676B0806}" type="presParOf" srcId="{61D851FA-A103-4A7F-9409-7A2BC48985C4}" destId="{3B021211-76E7-4AD8-9909-6BCDF03C3CCC}" srcOrd="1" destOrd="0" presId="urn:microsoft.com/office/officeart/2008/layout/LinedList"/>
    <dgm:cxn modelId="{3C8EF24F-1CDA-42E4-9751-4E9ECB51CE54}" type="presParOf" srcId="{EF3E48A5-10D9-4EFC-8000-02F677EDD622}" destId="{30161A9A-6E82-4CE6-9BDF-9670892CCC58}" srcOrd="8" destOrd="0" presId="urn:microsoft.com/office/officeart/2008/layout/LinedList"/>
    <dgm:cxn modelId="{5D03BD70-C201-405E-A13E-EF78AED0C4FD}" type="presParOf" srcId="{EF3E48A5-10D9-4EFC-8000-02F677EDD622}" destId="{4D0E2982-2511-4712-B19F-CD537B63056D}" srcOrd="9" destOrd="0" presId="urn:microsoft.com/office/officeart/2008/layout/LinedList"/>
    <dgm:cxn modelId="{B65CC9F7-B0EF-4FDC-AB00-6290EDB61462}" type="presParOf" srcId="{4D0E2982-2511-4712-B19F-CD537B63056D}" destId="{36C66EFB-A8D6-4360-B109-C336DE1AF7F7}" srcOrd="0" destOrd="0" presId="urn:microsoft.com/office/officeart/2008/layout/LinedList"/>
    <dgm:cxn modelId="{14214B61-9C6C-4922-904F-F155915268EC}" type="presParOf" srcId="{4D0E2982-2511-4712-B19F-CD537B63056D}" destId="{829811C3-A097-4AC5-BDA5-FE6B401624B8}" srcOrd="1" destOrd="0" presId="urn:microsoft.com/office/officeart/2008/layout/LinedList"/>
    <dgm:cxn modelId="{8861FED8-C02F-47BA-9F75-5B6077944484}" type="presParOf" srcId="{EF3E48A5-10D9-4EFC-8000-02F677EDD622}" destId="{D766AE11-F73C-4F5F-9B7B-CE25F35DA288}" srcOrd="10" destOrd="0" presId="urn:microsoft.com/office/officeart/2008/layout/LinedList"/>
    <dgm:cxn modelId="{0E57F2EB-DE4B-40BA-AE46-AFD38053922E}" type="presParOf" srcId="{EF3E48A5-10D9-4EFC-8000-02F677EDD622}" destId="{CEA57CF2-9A26-43A4-B0C7-F11B62030B54}" srcOrd="11" destOrd="0" presId="urn:microsoft.com/office/officeart/2008/layout/LinedList"/>
    <dgm:cxn modelId="{A72D5DE5-05B9-4EAC-A95E-A5445EFE9F50}" type="presParOf" srcId="{CEA57CF2-9A26-43A4-B0C7-F11B62030B54}" destId="{5CCE0643-107C-44D1-9FFD-E695E8E610D7}" srcOrd="0" destOrd="0" presId="urn:microsoft.com/office/officeart/2008/layout/LinedList"/>
    <dgm:cxn modelId="{F58F6968-5C1B-427D-995C-D3D73BD27990}" type="presParOf" srcId="{CEA57CF2-9A26-43A4-B0C7-F11B62030B54}" destId="{76AF785D-C28A-4893-9D5C-D5F81352161B}" srcOrd="1" destOrd="0" presId="urn:microsoft.com/office/officeart/2008/layout/LinedList"/>
    <dgm:cxn modelId="{BF37B07C-9C76-4720-8437-30DE08A88B36}" type="presParOf" srcId="{EF3E48A5-10D9-4EFC-8000-02F677EDD622}" destId="{A1472E3B-B44F-40AB-8EC3-DAFD938445E1}" srcOrd="12" destOrd="0" presId="urn:microsoft.com/office/officeart/2008/layout/LinedList"/>
    <dgm:cxn modelId="{9472E384-FE55-4EDB-B5A2-D4C468B848C5}" type="presParOf" srcId="{EF3E48A5-10D9-4EFC-8000-02F677EDD622}" destId="{54EF745C-4201-40B6-A2F6-7851D479D45C}" srcOrd="13" destOrd="0" presId="urn:microsoft.com/office/officeart/2008/layout/LinedList"/>
    <dgm:cxn modelId="{21829C77-3F9C-4DEA-8328-6D95CA287971}" type="presParOf" srcId="{54EF745C-4201-40B6-A2F6-7851D479D45C}" destId="{A6071E8D-4BB4-4D1B-B786-143DA89D738A}" srcOrd="0" destOrd="0" presId="urn:microsoft.com/office/officeart/2008/layout/LinedList"/>
    <dgm:cxn modelId="{A7A40336-3F21-4A81-98EC-66281DEA5903}" type="presParOf" srcId="{54EF745C-4201-40B6-A2F6-7851D479D45C}" destId="{95192ACC-CA15-42E1-A522-9224FCD6CF15}" srcOrd="1" destOrd="0" presId="urn:microsoft.com/office/officeart/2008/layout/LinedList"/>
    <dgm:cxn modelId="{6D46F147-63B3-4B94-BDF8-B4FB358B2198}" type="presParOf" srcId="{EF3E48A5-10D9-4EFC-8000-02F677EDD622}" destId="{2F06586E-CEE8-4489-A7CC-EFBD94808A53}" srcOrd="14" destOrd="0" presId="urn:microsoft.com/office/officeart/2008/layout/LinedList"/>
    <dgm:cxn modelId="{04819774-69F7-4AA1-8F99-64C52F718A5C}" type="presParOf" srcId="{EF3E48A5-10D9-4EFC-8000-02F677EDD622}" destId="{827AD3F3-E5BF-4C39-8EDA-5AACCA053E14}" srcOrd="15" destOrd="0" presId="urn:microsoft.com/office/officeart/2008/layout/LinedList"/>
    <dgm:cxn modelId="{45C06E2D-7899-4F83-AB68-E5C040C89D3B}" type="presParOf" srcId="{827AD3F3-E5BF-4C39-8EDA-5AACCA053E14}" destId="{B41B3E92-DAA6-4683-AD81-304B21A3CC56}" srcOrd="0" destOrd="0" presId="urn:microsoft.com/office/officeart/2008/layout/LinedList"/>
    <dgm:cxn modelId="{995D9CDF-5099-46C9-9965-ACDEAE78E840}" type="presParOf" srcId="{827AD3F3-E5BF-4C39-8EDA-5AACCA053E14}" destId="{95908527-252C-4F03-8713-087B3C50399F}" srcOrd="1" destOrd="0" presId="urn:microsoft.com/office/officeart/2008/layout/LinedList"/>
    <dgm:cxn modelId="{604A536F-6ED4-4FB3-A173-391CBD91729C}" type="presParOf" srcId="{EF3E48A5-10D9-4EFC-8000-02F677EDD622}" destId="{43DC0CE6-FFE0-4475-ACEF-15C9370BC276}" srcOrd="16" destOrd="0" presId="urn:microsoft.com/office/officeart/2008/layout/LinedList"/>
    <dgm:cxn modelId="{9041C02D-0A6D-4370-93FB-8A6B13C9DD6F}" type="presParOf" srcId="{EF3E48A5-10D9-4EFC-8000-02F677EDD622}" destId="{E7A43D89-F5D7-4017-9B5A-3041DF109516}" srcOrd="17" destOrd="0" presId="urn:microsoft.com/office/officeart/2008/layout/LinedList"/>
    <dgm:cxn modelId="{5FC3C5E2-F27B-4572-B2D6-26968D9A43D3}" type="presParOf" srcId="{E7A43D89-F5D7-4017-9B5A-3041DF109516}" destId="{60F5B2AD-3455-4AB2-B3BB-C0DDFF6A589E}" srcOrd="0" destOrd="0" presId="urn:microsoft.com/office/officeart/2008/layout/LinedList"/>
    <dgm:cxn modelId="{438FE3FD-9369-4592-8837-8B98F7C3562B}" type="presParOf" srcId="{E7A43D89-F5D7-4017-9B5A-3041DF109516}" destId="{1B94470E-F286-479D-BF4F-000D0BD284D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B17DBA-E640-4FB7-B00E-8905C9953650}"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8FC3C813-170B-4850-9815-F2E4E9E9BD41}">
      <dgm:prSet/>
      <dgm:spPr/>
      <dgm:t>
        <a:bodyPr/>
        <a:lstStyle/>
        <a:p>
          <a:r>
            <a:rPr lang="en-US" b="0" i="0" baseline="0"/>
            <a:t>Develop an AI model to predict braking events along routes </a:t>
          </a:r>
          <a:endParaRPr lang="en-US"/>
        </a:p>
      </dgm:t>
    </dgm:pt>
    <dgm:pt modelId="{18E0DF7A-D982-43BC-9789-23D2A74E1FD5}" type="parTrans" cxnId="{10C519E0-B54B-4C65-BD8F-8DEC721ACFC2}">
      <dgm:prSet/>
      <dgm:spPr/>
      <dgm:t>
        <a:bodyPr/>
        <a:lstStyle/>
        <a:p>
          <a:endParaRPr lang="en-US"/>
        </a:p>
      </dgm:t>
    </dgm:pt>
    <dgm:pt modelId="{61353BAC-0B33-49D2-906B-82F60C5C963C}" type="sibTrans" cxnId="{10C519E0-B54B-4C65-BD8F-8DEC721ACFC2}">
      <dgm:prSet phldrT="1" phldr="0"/>
      <dgm:spPr/>
      <dgm:t>
        <a:bodyPr/>
        <a:lstStyle/>
        <a:p>
          <a:r>
            <a:rPr lang="en-US"/>
            <a:t>1</a:t>
          </a:r>
        </a:p>
      </dgm:t>
    </dgm:pt>
    <dgm:pt modelId="{A895A089-0D17-49FB-BEBC-D4045D649036}">
      <dgm:prSet/>
      <dgm:spPr/>
      <dgm:t>
        <a:bodyPr/>
        <a:lstStyle/>
        <a:p>
          <a:r>
            <a:rPr lang="en-US" b="0" i="0" baseline="0"/>
            <a:t>Optimize route selection using braking frequency </a:t>
          </a:r>
          <a:endParaRPr lang="en-US"/>
        </a:p>
      </dgm:t>
    </dgm:pt>
    <dgm:pt modelId="{2F3DF66E-474D-44F3-BA55-509C2D3E18D3}" type="parTrans" cxnId="{A1300608-A0CA-4757-84C3-C1B5423EF9F4}">
      <dgm:prSet/>
      <dgm:spPr/>
      <dgm:t>
        <a:bodyPr/>
        <a:lstStyle/>
        <a:p>
          <a:endParaRPr lang="en-US"/>
        </a:p>
      </dgm:t>
    </dgm:pt>
    <dgm:pt modelId="{A853B44C-F0DF-41E9-91F5-90FDFB267D5D}" type="sibTrans" cxnId="{A1300608-A0CA-4757-84C3-C1B5423EF9F4}">
      <dgm:prSet phldrT="2" phldr="0"/>
      <dgm:spPr/>
      <dgm:t>
        <a:bodyPr/>
        <a:lstStyle/>
        <a:p>
          <a:r>
            <a:rPr lang="en-US"/>
            <a:t>2</a:t>
          </a:r>
        </a:p>
      </dgm:t>
    </dgm:pt>
    <dgm:pt modelId="{8FEB2D11-5E47-451D-8226-ED11E87ADE96}">
      <dgm:prSet/>
      <dgm:spPr/>
      <dgm:t>
        <a:bodyPr/>
        <a:lstStyle/>
        <a:p>
          <a:r>
            <a:rPr lang="en-US" b="0" i="0" baseline="0"/>
            <a:t>Reduce fuel consumption by 5–15% </a:t>
          </a:r>
          <a:endParaRPr lang="en-US"/>
        </a:p>
      </dgm:t>
    </dgm:pt>
    <dgm:pt modelId="{83B8D2C5-6FDD-4227-8A24-48CC7A1E6ED6}" type="parTrans" cxnId="{70E5FA1F-23B9-4A00-B4D0-1D442607A042}">
      <dgm:prSet/>
      <dgm:spPr/>
      <dgm:t>
        <a:bodyPr/>
        <a:lstStyle/>
        <a:p>
          <a:endParaRPr lang="en-US"/>
        </a:p>
      </dgm:t>
    </dgm:pt>
    <dgm:pt modelId="{ED0F6EB3-745A-46E1-B909-F24D8D9A680D}" type="sibTrans" cxnId="{70E5FA1F-23B9-4A00-B4D0-1D442607A042}">
      <dgm:prSet phldrT="3" phldr="0"/>
      <dgm:spPr/>
      <dgm:t>
        <a:bodyPr/>
        <a:lstStyle/>
        <a:p>
          <a:r>
            <a:rPr lang="en-US"/>
            <a:t>3</a:t>
          </a:r>
        </a:p>
      </dgm:t>
    </dgm:pt>
    <dgm:pt modelId="{B251C332-C808-4421-AF7E-18F527250CC6}">
      <dgm:prSet/>
      <dgm:spPr/>
      <dgm:t>
        <a:bodyPr/>
        <a:lstStyle/>
        <a:p>
          <a:r>
            <a:rPr lang="en-US" b="0" i="0" baseline="0"/>
            <a:t>Minimize CO₂ and NOx emissions </a:t>
          </a:r>
          <a:endParaRPr lang="en-US"/>
        </a:p>
      </dgm:t>
    </dgm:pt>
    <dgm:pt modelId="{30782527-85FA-43C1-95C3-8D7F23B5E910}" type="parTrans" cxnId="{934A044A-106A-4504-B090-25ADA0FF085E}">
      <dgm:prSet/>
      <dgm:spPr/>
      <dgm:t>
        <a:bodyPr/>
        <a:lstStyle/>
        <a:p>
          <a:endParaRPr lang="en-US"/>
        </a:p>
      </dgm:t>
    </dgm:pt>
    <dgm:pt modelId="{607E3AC7-1F55-484D-AFC4-CDB5A3EDEA94}" type="sibTrans" cxnId="{934A044A-106A-4504-B090-25ADA0FF085E}">
      <dgm:prSet phldrT="4" phldr="0"/>
      <dgm:spPr/>
      <dgm:t>
        <a:bodyPr/>
        <a:lstStyle/>
        <a:p>
          <a:r>
            <a:rPr lang="en-US"/>
            <a:t>4</a:t>
          </a:r>
        </a:p>
      </dgm:t>
    </dgm:pt>
    <dgm:pt modelId="{AF05F9CD-1600-440F-BD62-E03E94FFA7A8}">
      <dgm:prSet/>
      <dgm:spPr/>
      <dgm:t>
        <a:bodyPr/>
        <a:lstStyle/>
        <a:p>
          <a:r>
            <a:rPr lang="en-US" b="0" i="0" baseline="0"/>
            <a:t>Improve driver comfort and vehicle lifespan </a:t>
          </a:r>
          <a:endParaRPr lang="en-US"/>
        </a:p>
      </dgm:t>
    </dgm:pt>
    <dgm:pt modelId="{58839D6B-8FC5-4077-96BE-9B0D7AEBF652}" type="parTrans" cxnId="{FE037811-A9B2-4D9D-A6DF-F64FF2E2D2FF}">
      <dgm:prSet/>
      <dgm:spPr/>
      <dgm:t>
        <a:bodyPr/>
        <a:lstStyle/>
        <a:p>
          <a:endParaRPr lang="en-US"/>
        </a:p>
      </dgm:t>
    </dgm:pt>
    <dgm:pt modelId="{D521B5B6-8B17-4546-B708-78FF3C33E643}" type="sibTrans" cxnId="{FE037811-A9B2-4D9D-A6DF-F64FF2E2D2FF}">
      <dgm:prSet phldrT="5" phldr="0"/>
      <dgm:spPr/>
      <dgm:t>
        <a:bodyPr/>
        <a:lstStyle/>
        <a:p>
          <a:r>
            <a:rPr lang="en-US"/>
            <a:t>5</a:t>
          </a:r>
        </a:p>
      </dgm:t>
    </dgm:pt>
    <dgm:pt modelId="{7FC78A7A-2A5A-41CE-BDC9-E478E3E26233}" type="pres">
      <dgm:prSet presAssocID="{E1B17DBA-E640-4FB7-B00E-8905C9953650}" presName="Name0" presStyleCnt="0">
        <dgm:presLayoutVars>
          <dgm:animLvl val="lvl"/>
          <dgm:resizeHandles val="exact"/>
        </dgm:presLayoutVars>
      </dgm:prSet>
      <dgm:spPr/>
    </dgm:pt>
    <dgm:pt modelId="{79083C4A-0D66-4B21-B3CC-0E9C891ADE70}" type="pres">
      <dgm:prSet presAssocID="{8FC3C813-170B-4850-9815-F2E4E9E9BD41}" presName="compositeNode" presStyleCnt="0">
        <dgm:presLayoutVars>
          <dgm:bulletEnabled val="1"/>
        </dgm:presLayoutVars>
      </dgm:prSet>
      <dgm:spPr/>
    </dgm:pt>
    <dgm:pt modelId="{1F5842AD-E317-49E8-90F0-06AA9C41FF71}" type="pres">
      <dgm:prSet presAssocID="{8FC3C813-170B-4850-9815-F2E4E9E9BD41}" presName="bgRect" presStyleLbl="bgAccFollowNode1" presStyleIdx="0" presStyleCnt="5"/>
      <dgm:spPr/>
    </dgm:pt>
    <dgm:pt modelId="{B8A2405D-CD18-4344-8839-6D4261FDADA1}" type="pres">
      <dgm:prSet presAssocID="{61353BAC-0B33-49D2-906B-82F60C5C963C}" presName="sibTransNodeCircle" presStyleLbl="alignNode1" presStyleIdx="0" presStyleCnt="10">
        <dgm:presLayoutVars>
          <dgm:chMax val="0"/>
          <dgm:bulletEnabled/>
        </dgm:presLayoutVars>
      </dgm:prSet>
      <dgm:spPr/>
    </dgm:pt>
    <dgm:pt modelId="{870DDB14-6E84-4D9C-8321-91DB8E561776}" type="pres">
      <dgm:prSet presAssocID="{8FC3C813-170B-4850-9815-F2E4E9E9BD41}" presName="bottomLine" presStyleLbl="alignNode1" presStyleIdx="1" presStyleCnt="10">
        <dgm:presLayoutVars/>
      </dgm:prSet>
      <dgm:spPr/>
    </dgm:pt>
    <dgm:pt modelId="{C667CEDB-3EB8-4E64-9A0C-63703128E513}" type="pres">
      <dgm:prSet presAssocID="{8FC3C813-170B-4850-9815-F2E4E9E9BD41}" presName="nodeText" presStyleLbl="bgAccFollowNode1" presStyleIdx="0" presStyleCnt="5">
        <dgm:presLayoutVars>
          <dgm:bulletEnabled val="1"/>
        </dgm:presLayoutVars>
      </dgm:prSet>
      <dgm:spPr/>
    </dgm:pt>
    <dgm:pt modelId="{4F4DE104-329A-4B31-8342-025373CAE2B6}" type="pres">
      <dgm:prSet presAssocID="{61353BAC-0B33-49D2-906B-82F60C5C963C}" presName="sibTrans" presStyleCnt="0"/>
      <dgm:spPr/>
    </dgm:pt>
    <dgm:pt modelId="{D1E47C8E-7CCB-47F8-B1DC-C39B53CD5457}" type="pres">
      <dgm:prSet presAssocID="{A895A089-0D17-49FB-BEBC-D4045D649036}" presName="compositeNode" presStyleCnt="0">
        <dgm:presLayoutVars>
          <dgm:bulletEnabled val="1"/>
        </dgm:presLayoutVars>
      </dgm:prSet>
      <dgm:spPr/>
    </dgm:pt>
    <dgm:pt modelId="{50BFD4DE-BD61-4FD8-BB5D-D0C6EF4EA3AC}" type="pres">
      <dgm:prSet presAssocID="{A895A089-0D17-49FB-BEBC-D4045D649036}" presName="bgRect" presStyleLbl="bgAccFollowNode1" presStyleIdx="1" presStyleCnt="5"/>
      <dgm:spPr/>
    </dgm:pt>
    <dgm:pt modelId="{4C259930-4BD5-4E5A-9C00-6B9320574628}" type="pres">
      <dgm:prSet presAssocID="{A853B44C-F0DF-41E9-91F5-90FDFB267D5D}" presName="sibTransNodeCircle" presStyleLbl="alignNode1" presStyleIdx="2" presStyleCnt="10">
        <dgm:presLayoutVars>
          <dgm:chMax val="0"/>
          <dgm:bulletEnabled/>
        </dgm:presLayoutVars>
      </dgm:prSet>
      <dgm:spPr/>
    </dgm:pt>
    <dgm:pt modelId="{BAC2D2C3-A1A2-45CD-8F2C-A1C5580186D6}" type="pres">
      <dgm:prSet presAssocID="{A895A089-0D17-49FB-BEBC-D4045D649036}" presName="bottomLine" presStyleLbl="alignNode1" presStyleIdx="3" presStyleCnt="10">
        <dgm:presLayoutVars/>
      </dgm:prSet>
      <dgm:spPr/>
    </dgm:pt>
    <dgm:pt modelId="{F935FE58-20DA-4419-8226-CB0066C2B3C7}" type="pres">
      <dgm:prSet presAssocID="{A895A089-0D17-49FB-BEBC-D4045D649036}" presName="nodeText" presStyleLbl="bgAccFollowNode1" presStyleIdx="1" presStyleCnt="5">
        <dgm:presLayoutVars>
          <dgm:bulletEnabled val="1"/>
        </dgm:presLayoutVars>
      </dgm:prSet>
      <dgm:spPr/>
    </dgm:pt>
    <dgm:pt modelId="{1F0E775C-3E7E-4F06-8E97-8A56DC166BE6}" type="pres">
      <dgm:prSet presAssocID="{A853B44C-F0DF-41E9-91F5-90FDFB267D5D}" presName="sibTrans" presStyleCnt="0"/>
      <dgm:spPr/>
    </dgm:pt>
    <dgm:pt modelId="{EC87F40C-239D-4F6E-AA63-83625459D1EA}" type="pres">
      <dgm:prSet presAssocID="{8FEB2D11-5E47-451D-8226-ED11E87ADE96}" presName="compositeNode" presStyleCnt="0">
        <dgm:presLayoutVars>
          <dgm:bulletEnabled val="1"/>
        </dgm:presLayoutVars>
      </dgm:prSet>
      <dgm:spPr/>
    </dgm:pt>
    <dgm:pt modelId="{32FB5BE1-F6A1-4646-922E-62A033C596FB}" type="pres">
      <dgm:prSet presAssocID="{8FEB2D11-5E47-451D-8226-ED11E87ADE96}" presName="bgRect" presStyleLbl="bgAccFollowNode1" presStyleIdx="2" presStyleCnt="5"/>
      <dgm:spPr/>
    </dgm:pt>
    <dgm:pt modelId="{09961F4E-5F12-41EB-BE57-287877E2E028}" type="pres">
      <dgm:prSet presAssocID="{ED0F6EB3-745A-46E1-B909-F24D8D9A680D}" presName="sibTransNodeCircle" presStyleLbl="alignNode1" presStyleIdx="4" presStyleCnt="10">
        <dgm:presLayoutVars>
          <dgm:chMax val="0"/>
          <dgm:bulletEnabled/>
        </dgm:presLayoutVars>
      </dgm:prSet>
      <dgm:spPr/>
    </dgm:pt>
    <dgm:pt modelId="{7894E908-1390-4064-89FA-30D927D7057A}" type="pres">
      <dgm:prSet presAssocID="{8FEB2D11-5E47-451D-8226-ED11E87ADE96}" presName="bottomLine" presStyleLbl="alignNode1" presStyleIdx="5" presStyleCnt="10">
        <dgm:presLayoutVars/>
      </dgm:prSet>
      <dgm:spPr/>
    </dgm:pt>
    <dgm:pt modelId="{81107B01-FC79-49E6-9029-AE05571A1ADF}" type="pres">
      <dgm:prSet presAssocID="{8FEB2D11-5E47-451D-8226-ED11E87ADE96}" presName="nodeText" presStyleLbl="bgAccFollowNode1" presStyleIdx="2" presStyleCnt="5">
        <dgm:presLayoutVars>
          <dgm:bulletEnabled val="1"/>
        </dgm:presLayoutVars>
      </dgm:prSet>
      <dgm:spPr/>
    </dgm:pt>
    <dgm:pt modelId="{04F61F4A-ABD0-4BF8-809B-810741099269}" type="pres">
      <dgm:prSet presAssocID="{ED0F6EB3-745A-46E1-B909-F24D8D9A680D}" presName="sibTrans" presStyleCnt="0"/>
      <dgm:spPr/>
    </dgm:pt>
    <dgm:pt modelId="{6DA0EC9D-5822-4524-A331-FB4F7C096255}" type="pres">
      <dgm:prSet presAssocID="{B251C332-C808-4421-AF7E-18F527250CC6}" presName="compositeNode" presStyleCnt="0">
        <dgm:presLayoutVars>
          <dgm:bulletEnabled val="1"/>
        </dgm:presLayoutVars>
      </dgm:prSet>
      <dgm:spPr/>
    </dgm:pt>
    <dgm:pt modelId="{D2DF873D-B898-4F2F-BC18-4A133DF19C94}" type="pres">
      <dgm:prSet presAssocID="{B251C332-C808-4421-AF7E-18F527250CC6}" presName="bgRect" presStyleLbl="bgAccFollowNode1" presStyleIdx="3" presStyleCnt="5"/>
      <dgm:spPr/>
    </dgm:pt>
    <dgm:pt modelId="{A1BFCFF8-E868-4A44-A0BE-4AAF4004B694}" type="pres">
      <dgm:prSet presAssocID="{607E3AC7-1F55-484D-AFC4-CDB5A3EDEA94}" presName="sibTransNodeCircle" presStyleLbl="alignNode1" presStyleIdx="6" presStyleCnt="10">
        <dgm:presLayoutVars>
          <dgm:chMax val="0"/>
          <dgm:bulletEnabled/>
        </dgm:presLayoutVars>
      </dgm:prSet>
      <dgm:spPr/>
    </dgm:pt>
    <dgm:pt modelId="{79AF647E-C962-4405-90E8-2B6FA90B4936}" type="pres">
      <dgm:prSet presAssocID="{B251C332-C808-4421-AF7E-18F527250CC6}" presName="bottomLine" presStyleLbl="alignNode1" presStyleIdx="7" presStyleCnt="10">
        <dgm:presLayoutVars/>
      </dgm:prSet>
      <dgm:spPr/>
    </dgm:pt>
    <dgm:pt modelId="{FE171BED-6FDC-4897-81C1-DA50C8701324}" type="pres">
      <dgm:prSet presAssocID="{B251C332-C808-4421-AF7E-18F527250CC6}" presName="nodeText" presStyleLbl="bgAccFollowNode1" presStyleIdx="3" presStyleCnt="5">
        <dgm:presLayoutVars>
          <dgm:bulletEnabled val="1"/>
        </dgm:presLayoutVars>
      </dgm:prSet>
      <dgm:spPr/>
    </dgm:pt>
    <dgm:pt modelId="{A59025C1-B249-42BA-BB31-7D0FBBCED6D1}" type="pres">
      <dgm:prSet presAssocID="{607E3AC7-1F55-484D-AFC4-CDB5A3EDEA94}" presName="sibTrans" presStyleCnt="0"/>
      <dgm:spPr/>
    </dgm:pt>
    <dgm:pt modelId="{D72150BA-69A9-4FA6-9FB2-88525BA8476E}" type="pres">
      <dgm:prSet presAssocID="{AF05F9CD-1600-440F-BD62-E03E94FFA7A8}" presName="compositeNode" presStyleCnt="0">
        <dgm:presLayoutVars>
          <dgm:bulletEnabled val="1"/>
        </dgm:presLayoutVars>
      </dgm:prSet>
      <dgm:spPr/>
    </dgm:pt>
    <dgm:pt modelId="{DF41E302-F4DD-489A-8B28-2AADE8A5EA26}" type="pres">
      <dgm:prSet presAssocID="{AF05F9CD-1600-440F-BD62-E03E94FFA7A8}" presName="bgRect" presStyleLbl="bgAccFollowNode1" presStyleIdx="4" presStyleCnt="5"/>
      <dgm:spPr/>
    </dgm:pt>
    <dgm:pt modelId="{153A8494-771D-4B67-A30A-CCE45AC1AB89}" type="pres">
      <dgm:prSet presAssocID="{D521B5B6-8B17-4546-B708-78FF3C33E643}" presName="sibTransNodeCircle" presStyleLbl="alignNode1" presStyleIdx="8" presStyleCnt="10">
        <dgm:presLayoutVars>
          <dgm:chMax val="0"/>
          <dgm:bulletEnabled/>
        </dgm:presLayoutVars>
      </dgm:prSet>
      <dgm:spPr/>
    </dgm:pt>
    <dgm:pt modelId="{FCC330FC-DF90-492A-9326-721B8DA3582F}" type="pres">
      <dgm:prSet presAssocID="{AF05F9CD-1600-440F-BD62-E03E94FFA7A8}" presName="bottomLine" presStyleLbl="alignNode1" presStyleIdx="9" presStyleCnt="10">
        <dgm:presLayoutVars/>
      </dgm:prSet>
      <dgm:spPr/>
    </dgm:pt>
    <dgm:pt modelId="{1D8DA703-5D30-485F-91F1-E3FB30D85539}" type="pres">
      <dgm:prSet presAssocID="{AF05F9CD-1600-440F-BD62-E03E94FFA7A8}" presName="nodeText" presStyleLbl="bgAccFollowNode1" presStyleIdx="4" presStyleCnt="5">
        <dgm:presLayoutVars>
          <dgm:bulletEnabled val="1"/>
        </dgm:presLayoutVars>
      </dgm:prSet>
      <dgm:spPr/>
    </dgm:pt>
  </dgm:ptLst>
  <dgm:cxnLst>
    <dgm:cxn modelId="{A1300608-A0CA-4757-84C3-C1B5423EF9F4}" srcId="{E1B17DBA-E640-4FB7-B00E-8905C9953650}" destId="{A895A089-0D17-49FB-BEBC-D4045D649036}" srcOrd="1" destOrd="0" parTransId="{2F3DF66E-474D-44F3-BA55-509C2D3E18D3}" sibTransId="{A853B44C-F0DF-41E9-91F5-90FDFB267D5D}"/>
    <dgm:cxn modelId="{A351EC08-7422-42B1-AD65-C66E12CB3A6E}" type="presOf" srcId="{AF05F9CD-1600-440F-BD62-E03E94FFA7A8}" destId="{1D8DA703-5D30-485F-91F1-E3FB30D85539}" srcOrd="1" destOrd="0" presId="urn:microsoft.com/office/officeart/2016/7/layout/BasicLinearProcessNumbered"/>
    <dgm:cxn modelId="{497A1511-504C-40B5-85F7-3BF923B7B7EA}" type="presOf" srcId="{AF05F9CD-1600-440F-BD62-E03E94FFA7A8}" destId="{DF41E302-F4DD-489A-8B28-2AADE8A5EA26}" srcOrd="0" destOrd="0" presId="urn:microsoft.com/office/officeart/2016/7/layout/BasicLinearProcessNumbered"/>
    <dgm:cxn modelId="{FE037811-A9B2-4D9D-A6DF-F64FF2E2D2FF}" srcId="{E1B17DBA-E640-4FB7-B00E-8905C9953650}" destId="{AF05F9CD-1600-440F-BD62-E03E94FFA7A8}" srcOrd="4" destOrd="0" parTransId="{58839D6B-8FC5-4077-96BE-9B0D7AEBF652}" sibTransId="{D521B5B6-8B17-4546-B708-78FF3C33E643}"/>
    <dgm:cxn modelId="{0E21B517-3B6F-459F-86B1-8E649B0BA9CF}" type="presOf" srcId="{61353BAC-0B33-49D2-906B-82F60C5C963C}" destId="{B8A2405D-CD18-4344-8839-6D4261FDADA1}" srcOrd="0" destOrd="0" presId="urn:microsoft.com/office/officeart/2016/7/layout/BasicLinearProcessNumbered"/>
    <dgm:cxn modelId="{70E5FA1F-23B9-4A00-B4D0-1D442607A042}" srcId="{E1B17DBA-E640-4FB7-B00E-8905C9953650}" destId="{8FEB2D11-5E47-451D-8226-ED11E87ADE96}" srcOrd="2" destOrd="0" parTransId="{83B8D2C5-6FDD-4227-8A24-48CC7A1E6ED6}" sibTransId="{ED0F6EB3-745A-46E1-B909-F24D8D9A680D}"/>
    <dgm:cxn modelId="{4D39553B-484E-4573-B9BE-BB985D376D66}" type="presOf" srcId="{E1B17DBA-E640-4FB7-B00E-8905C9953650}" destId="{7FC78A7A-2A5A-41CE-BDC9-E478E3E26233}" srcOrd="0" destOrd="0" presId="urn:microsoft.com/office/officeart/2016/7/layout/BasicLinearProcessNumbered"/>
    <dgm:cxn modelId="{934A044A-106A-4504-B090-25ADA0FF085E}" srcId="{E1B17DBA-E640-4FB7-B00E-8905C9953650}" destId="{B251C332-C808-4421-AF7E-18F527250CC6}" srcOrd="3" destOrd="0" parTransId="{30782527-85FA-43C1-95C3-8D7F23B5E910}" sibTransId="{607E3AC7-1F55-484D-AFC4-CDB5A3EDEA94}"/>
    <dgm:cxn modelId="{A04E8E57-4B8A-41CF-866F-3E13AB91F79D}" type="presOf" srcId="{8FEB2D11-5E47-451D-8226-ED11E87ADE96}" destId="{32FB5BE1-F6A1-4646-922E-62A033C596FB}" srcOrd="0" destOrd="0" presId="urn:microsoft.com/office/officeart/2016/7/layout/BasicLinearProcessNumbered"/>
    <dgm:cxn modelId="{C4C2647F-F3CF-48C7-99CA-CF13D78F24C5}" type="presOf" srcId="{B251C332-C808-4421-AF7E-18F527250CC6}" destId="{FE171BED-6FDC-4897-81C1-DA50C8701324}" srcOrd="1" destOrd="0" presId="urn:microsoft.com/office/officeart/2016/7/layout/BasicLinearProcessNumbered"/>
    <dgm:cxn modelId="{EADBEE80-FA6A-46B0-B77E-6B83F1A74259}" type="presOf" srcId="{D521B5B6-8B17-4546-B708-78FF3C33E643}" destId="{153A8494-771D-4B67-A30A-CCE45AC1AB89}" srcOrd="0" destOrd="0" presId="urn:microsoft.com/office/officeart/2016/7/layout/BasicLinearProcessNumbered"/>
    <dgm:cxn modelId="{78FE6A99-89DC-409E-B25F-05E9218B34C7}" type="presOf" srcId="{8FC3C813-170B-4850-9815-F2E4E9E9BD41}" destId="{1F5842AD-E317-49E8-90F0-06AA9C41FF71}" srcOrd="0" destOrd="0" presId="urn:microsoft.com/office/officeart/2016/7/layout/BasicLinearProcessNumbered"/>
    <dgm:cxn modelId="{A38C489B-9D31-4ED8-B291-EF51C0A73420}" type="presOf" srcId="{8FEB2D11-5E47-451D-8226-ED11E87ADE96}" destId="{81107B01-FC79-49E6-9029-AE05571A1ADF}" srcOrd="1" destOrd="0" presId="urn:microsoft.com/office/officeart/2016/7/layout/BasicLinearProcessNumbered"/>
    <dgm:cxn modelId="{907624A2-4A48-496C-A309-37A2137F083E}" type="presOf" srcId="{B251C332-C808-4421-AF7E-18F527250CC6}" destId="{D2DF873D-B898-4F2F-BC18-4A133DF19C94}" srcOrd="0" destOrd="0" presId="urn:microsoft.com/office/officeart/2016/7/layout/BasicLinearProcessNumbered"/>
    <dgm:cxn modelId="{D5360DA8-D047-48D9-88D4-EFB5164241D6}" type="presOf" srcId="{A853B44C-F0DF-41E9-91F5-90FDFB267D5D}" destId="{4C259930-4BD5-4E5A-9C00-6B9320574628}" srcOrd="0" destOrd="0" presId="urn:microsoft.com/office/officeart/2016/7/layout/BasicLinearProcessNumbered"/>
    <dgm:cxn modelId="{47949EB3-9D2A-4E6C-9368-D2A370EFB27B}" type="presOf" srcId="{A895A089-0D17-49FB-BEBC-D4045D649036}" destId="{50BFD4DE-BD61-4FD8-BB5D-D0C6EF4EA3AC}" srcOrd="0" destOrd="0" presId="urn:microsoft.com/office/officeart/2016/7/layout/BasicLinearProcessNumbered"/>
    <dgm:cxn modelId="{C1C960B6-0A33-477D-8B87-06A65EF27DFF}" type="presOf" srcId="{ED0F6EB3-745A-46E1-B909-F24D8D9A680D}" destId="{09961F4E-5F12-41EB-BE57-287877E2E028}" srcOrd="0" destOrd="0" presId="urn:microsoft.com/office/officeart/2016/7/layout/BasicLinearProcessNumbered"/>
    <dgm:cxn modelId="{A58690CC-CCAF-48CD-9F5C-5F6071A55BFA}" type="presOf" srcId="{607E3AC7-1F55-484D-AFC4-CDB5A3EDEA94}" destId="{A1BFCFF8-E868-4A44-A0BE-4AAF4004B694}" srcOrd="0" destOrd="0" presId="urn:microsoft.com/office/officeart/2016/7/layout/BasicLinearProcessNumbered"/>
    <dgm:cxn modelId="{FEE7BCCF-1F51-4D0F-BE02-C75B9141B002}" type="presOf" srcId="{8FC3C813-170B-4850-9815-F2E4E9E9BD41}" destId="{C667CEDB-3EB8-4E64-9A0C-63703128E513}" srcOrd="1" destOrd="0" presId="urn:microsoft.com/office/officeart/2016/7/layout/BasicLinearProcessNumbered"/>
    <dgm:cxn modelId="{D8017CDD-D2A2-4289-A4CA-97E4B44843C6}" type="presOf" srcId="{A895A089-0D17-49FB-BEBC-D4045D649036}" destId="{F935FE58-20DA-4419-8226-CB0066C2B3C7}" srcOrd="1" destOrd="0" presId="urn:microsoft.com/office/officeart/2016/7/layout/BasicLinearProcessNumbered"/>
    <dgm:cxn modelId="{10C519E0-B54B-4C65-BD8F-8DEC721ACFC2}" srcId="{E1B17DBA-E640-4FB7-B00E-8905C9953650}" destId="{8FC3C813-170B-4850-9815-F2E4E9E9BD41}" srcOrd="0" destOrd="0" parTransId="{18E0DF7A-D982-43BC-9789-23D2A74E1FD5}" sibTransId="{61353BAC-0B33-49D2-906B-82F60C5C963C}"/>
    <dgm:cxn modelId="{AB4CB2C5-B7DC-443B-BBD4-EFA016F1186E}" type="presParOf" srcId="{7FC78A7A-2A5A-41CE-BDC9-E478E3E26233}" destId="{79083C4A-0D66-4B21-B3CC-0E9C891ADE70}" srcOrd="0" destOrd="0" presId="urn:microsoft.com/office/officeart/2016/7/layout/BasicLinearProcessNumbered"/>
    <dgm:cxn modelId="{DAFC3E7B-7F26-4D41-86D4-428C81D8A88C}" type="presParOf" srcId="{79083C4A-0D66-4B21-B3CC-0E9C891ADE70}" destId="{1F5842AD-E317-49E8-90F0-06AA9C41FF71}" srcOrd="0" destOrd="0" presId="urn:microsoft.com/office/officeart/2016/7/layout/BasicLinearProcessNumbered"/>
    <dgm:cxn modelId="{BA67D967-1D03-4C73-8067-6D5C515F5C38}" type="presParOf" srcId="{79083C4A-0D66-4B21-B3CC-0E9C891ADE70}" destId="{B8A2405D-CD18-4344-8839-6D4261FDADA1}" srcOrd="1" destOrd="0" presId="urn:microsoft.com/office/officeart/2016/7/layout/BasicLinearProcessNumbered"/>
    <dgm:cxn modelId="{4F618310-3182-4798-A566-086F1142E3FA}" type="presParOf" srcId="{79083C4A-0D66-4B21-B3CC-0E9C891ADE70}" destId="{870DDB14-6E84-4D9C-8321-91DB8E561776}" srcOrd="2" destOrd="0" presId="urn:microsoft.com/office/officeart/2016/7/layout/BasicLinearProcessNumbered"/>
    <dgm:cxn modelId="{17CBB5ED-7CD2-4576-ADBB-319B5137C6E1}" type="presParOf" srcId="{79083C4A-0D66-4B21-B3CC-0E9C891ADE70}" destId="{C667CEDB-3EB8-4E64-9A0C-63703128E513}" srcOrd="3" destOrd="0" presId="urn:microsoft.com/office/officeart/2016/7/layout/BasicLinearProcessNumbered"/>
    <dgm:cxn modelId="{4262CDB5-2B09-4722-87D3-508FF9EA610A}" type="presParOf" srcId="{7FC78A7A-2A5A-41CE-BDC9-E478E3E26233}" destId="{4F4DE104-329A-4B31-8342-025373CAE2B6}" srcOrd="1" destOrd="0" presId="urn:microsoft.com/office/officeart/2016/7/layout/BasicLinearProcessNumbered"/>
    <dgm:cxn modelId="{B00A345C-2CF1-4066-8F07-694A28B35C17}" type="presParOf" srcId="{7FC78A7A-2A5A-41CE-BDC9-E478E3E26233}" destId="{D1E47C8E-7CCB-47F8-B1DC-C39B53CD5457}" srcOrd="2" destOrd="0" presId="urn:microsoft.com/office/officeart/2016/7/layout/BasicLinearProcessNumbered"/>
    <dgm:cxn modelId="{E7DBC238-81CF-4E56-AA03-BEF65BD2B1EC}" type="presParOf" srcId="{D1E47C8E-7CCB-47F8-B1DC-C39B53CD5457}" destId="{50BFD4DE-BD61-4FD8-BB5D-D0C6EF4EA3AC}" srcOrd="0" destOrd="0" presId="urn:microsoft.com/office/officeart/2016/7/layout/BasicLinearProcessNumbered"/>
    <dgm:cxn modelId="{C9685DB3-1001-4B64-8E65-75B322342B29}" type="presParOf" srcId="{D1E47C8E-7CCB-47F8-B1DC-C39B53CD5457}" destId="{4C259930-4BD5-4E5A-9C00-6B9320574628}" srcOrd="1" destOrd="0" presId="urn:microsoft.com/office/officeart/2016/7/layout/BasicLinearProcessNumbered"/>
    <dgm:cxn modelId="{9F1DE509-11BA-41AB-904D-7C49B1E132A0}" type="presParOf" srcId="{D1E47C8E-7CCB-47F8-B1DC-C39B53CD5457}" destId="{BAC2D2C3-A1A2-45CD-8F2C-A1C5580186D6}" srcOrd="2" destOrd="0" presId="urn:microsoft.com/office/officeart/2016/7/layout/BasicLinearProcessNumbered"/>
    <dgm:cxn modelId="{1AB40CCD-5588-49E4-AD06-60FB023C052E}" type="presParOf" srcId="{D1E47C8E-7CCB-47F8-B1DC-C39B53CD5457}" destId="{F935FE58-20DA-4419-8226-CB0066C2B3C7}" srcOrd="3" destOrd="0" presId="urn:microsoft.com/office/officeart/2016/7/layout/BasicLinearProcessNumbered"/>
    <dgm:cxn modelId="{2AEC9432-EBAE-4DCE-BA13-6E528BB0596E}" type="presParOf" srcId="{7FC78A7A-2A5A-41CE-BDC9-E478E3E26233}" destId="{1F0E775C-3E7E-4F06-8E97-8A56DC166BE6}" srcOrd="3" destOrd="0" presId="urn:microsoft.com/office/officeart/2016/7/layout/BasicLinearProcessNumbered"/>
    <dgm:cxn modelId="{0133CCAE-B342-4069-BFE7-0F3A6540F516}" type="presParOf" srcId="{7FC78A7A-2A5A-41CE-BDC9-E478E3E26233}" destId="{EC87F40C-239D-4F6E-AA63-83625459D1EA}" srcOrd="4" destOrd="0" presId="urn:microsoft.com/office/officeart/2016/7/layout/BasicLinearProcessNumbered"/>
    <dgm:cxn modelId="{7AA5C028-C11D-47C7-84D3-E075E8294073}" type="presParOf" srcId="{EC87F40C-239D-4F6E-AA63-83625459D1EA}" destId="{32FB5BE1-F6A1-4646-922E-62A033C596FB}" srcOrd="0" destOrd="0" presId="urn:microsoft.com/office/officeart/2016/7/layout/BasicLinearProcessNumbered"/>
    <dgm:cxn modelId="{A16C4E3F-867E-47FB-924E-FCBD75F6702D}" type="presParOf" srcId="{EC87F40C-239D-4F6E-AA63-83625459D1EA}" destId="{09961F4E-5F12-41EB-BE57-287877E2E028}" srcOrd="1" destOrd="0" presId="urn:microsoft.com/office/officeart/2016/7/layout/BasicLinearProcessNumbered"/>
    <dgm:cxn modelId="{CF282559-270F-44C5-B6D0-EEC51E434374}" type="presParOf" srcId="{EC87F40C-239D-4F6E-AA63-83625459D1EA}" destId="{7894E908-1390-4064-89FA-30D927D7057A}" srcOrd="2" destOrd="0" presId="urn:microsoft.com/office/officeart/2016/7/layout/BasicLinearProcessNumbered"/>
    <dgm:cxn modelId="{C2DBBDEE-1135-4DF9-AB57-DCDF796A1CFB}" type="presParOf" srcId="{EC87F40C-239D-4F6E-AA63-83625459D1EA}" destId="{81107B01-FC79-49E6-9029-AE05571A1ADF}" srcOrd="3" destOrd="0" presId="urn:microsoft.com/office/officeart/2016/7/layout/BasicLinearProcessNumbered"/>
    <dgm:cxn modelId="{95B2D9C7-423E-4594-9240-C38C88BD3144}" type="presParOf" srcId="{7FC78A7A-2A5A-41CE-BDC9-E478E3E26233}" destId="{04F61F4A-ABD0-4BF8-809B-810741099269}" srcOrd="5" destOrd="0" presId="urn:microsoft.com/office/officeart/2016/7/layout/BasicLinearProcessNumbered"/>
    <dgm:cxn modelId="{D0CAD22E-3D23-41CB-8873-4DA44CF8E744}" type="presParOf" srcId="{7FC78A7A-2A5A-41CE-BDC9-E478E3E26233}" destId="{6DA0EC9D-5822-4524-A331-FB4F7C096255}" srcOrd="6" destOrd="0" presId="urn:microsoft.com/office/officeart/2016/7/layout/BasicLinearProcessNumbered"/>
    <dgm:cxn modelId="{407E956E-4B56-4CF3-B3B1-1FF69E42B143}" type="presParOf" srcId="{6DA0EC9D-5822-4524-A331-FB4F7C096255}" destId="{D2DF873D-B898-4F2F-BC18-4A133DF19C94}" srcOrd="0" destOrd="0" presId="urn:microsoft.com/office/officeart/2016/7/layout/BasicLinearProcessNumbered"/>
    <dgm:cxn modelId="{A770BAD1-FBA2-431B-8A80-FA7935CE6405}" type="presParOf" srcId="{6DA0EC9D-5822-4524-A331-FB4F7C096255}" destId="{A1BFCFF8-E868-4A44-A0BE-4AAF4004B694}" srcOrd="1" destOrd="0" presId="urn:microsoft.com/office/officeart/2016/7/layout/BasicLinearProcessNumbered"/>
    <dgm:cxn modelId="{2D249B65-8B7A-46FB-B031-47023AA259EB}" type="presParOf" srcId="{6DA0EC9D-5822-4524-A331-FB4F7C096255}" destId="{79AF647E-C962-4405-90E8-2B6FA90B4936}" srcOrd="2" destOrd="0" presId="urn:microsoft.com/office/officeart/2016/7/layout/BasicLinearProcessNumbered"/>
    <dgm:cxn modelId="{8D7128C7-2890-4417-9BA4-779C142A2FE8}" type="presParOf" srcId="{6DA0EC9D-5822-4524-A331-FB4F7C096255}" destId="{FE171BED-6FDC-4897-81C1-DA50C8701324}" srcOrd="3" destOrd="0" presId="urn:microsoft.com/office/officeart/2016/7/layout/BasicLinearProcessNumbered"/>
    <dgm:cxn modelId="{8464EA1E-3DF7-4987-8CE6-663C62D4201F}" type="presParOf" srcId="{7FC78A7A-2A5A-41CE-BDC9-E478E3E26233}" destId="{A59025C1-B249-42BA-BB31-7D0FBBCED6D1}" srcOrd="7" destOrd="0" presId="urn:microsoft.com/office/officeart/2016/7/layout/BasicLinearProcessNumbered"/>
    <dgm:cxn modelId="{D09E01C5-65BC-40EB-8A7A-35DA8BF1879D}" type="presParOf" srcId="{7FC78A7A-2A5A-41CE-BDC9-E478E3E26233}" destId="{D72150BA-69A9-4FA6-9FB2-88525BA8476E}" srcOrd="8" destOrd="0" presId="urn:microsoft.com/office/officeart/2016/7/layout/BasicLinearProcessNumbered"/>
    <dgm:cxn modelId="{E6E4A73D-CECB-4DE8-BFEE-8FC52B91197C}" type="presParOf" srcId="{D72150BA-69A9-4FA6-9FB2-88525BA8476E}" destId="{DF41E302-F4DD-489A-8B28-2AADE8A5EA26}" srcOrd="0" destOrd="0" presId="urn:microsoft.com/office/officeart/2016/7/layout/BasicLinearProcessNumbered"/>
    <dgm:cxn modelId="{BA2FBD83-121A-4E9B-9D62-3F7ADF1E8FCE}" type="presParOf" srcId="{D72150BA-69A9-4FA6-9FB2-88525BA8476E}" destId="{153A8494-771D-4B67-A30A-CCE45AC1AB89}" srcOrd="1" destOrd="0" presId="urn:microsoft.com/office/officeart/2016/7/layout/BasicLinearProcessNumbered"/>
    <dgm:cxn modelId="{51A97CBD-DBD8-4225-91AA-7234D9A7AFD4}" type="presParOf" srcId="{D72150BA-69A9-4FA6-9FB2-88525BA8476E}" destId="{FCC330FC-DF90-492A-9326-721B8DA3582F}" srcOrd="2" destOrd="0" presId="urn:microsoft.com/office/officeart/2016/7/layout/BasicLinearProcessNumbered"/>
    <dgm:cxn modelId="{C946ED1B-E3D8-4F13-B281-8158B8D9CF61}" type="presParOf" srcId="{D72150BA-69A9-4FA6-9FB2-88525BA8476E}" destId="{1D8DA703-5D30-485F-91F1-E3FB30D85539}"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181617-D77B-4D86-93AA-30B1B3A47E4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E61C9B1-2DEE-4D8D-B145-AEBE7E138E40}">
      <dgm:prSet/>
      <dgm:spPr/>
      <dgm:t>
        <a:bodyPr/>
        <a:lstStyle/>
        <a:p>
          <a:r>
            <a:rPr lang="en-IN"/>
            <a:t>Traffic</a:t>
          </a:r>
          <a:endParaRPr lang="en-US"/>
        </a:p>
      </dgm:t>
    </dgm:pt>
    <dgm:pt modelId="{1AAD164A-CCBD-428A-8677-FB3932FA5C1E}" type="parTrans" cxnId="{C956EFCD-26D0-412D-8D71-8F5C5600CAF6}">
      <dgm:prSet/>
      <dgm:spPr/>
      <dgm:t>
        <a:bodyPr/>
        <a:lstStyle/>
        <a:p>
          <a:endParaRPr lang="en-US"/>
        </a:p>
      </dgm:t>
    </dgm:pt>
    <dgm:pt modelId="{4B3BD25B-9B3B-43F5-8194-C8FCDC284BA5}" type="sibTrans" cxnId="{C956EFCD-26D0-412D-8D71-8F5C5600CAF6}">
      <dgm:prSet/>
      <dgm:spPr/>
      <dgm:t>
        <a:bodyPr/>
        <a:lstStyle/>
        <a:p>
          <a:endParaRPr lang="en-US"/>
        </a:p>
      </dgm:t>
    </dgm:pt>
    <dgm:pt modelId="{BE29AD54-2FE8-4B55-85D7-17328A08B473}">
      <dgm:prSet/>
      <dgm:spPr/>
      <dgm:t>
        <a:bodyPr/>
        <a:lstStyle/>
        <a:p>
          <a:r>
            <a:rPr lang="en-IN"/>
            <a:t>number of signals on the route</a:t>
          </a:r>
          <a:endParaRPr lang="en-US"/>
        </a:p>
      </dgm:t>
    </dgm:pt>
    <dgm:pt modelId="{B6434BB6-0B23-4FC3-B7AE-7DD0F28B8037}" type="parTrans" cxnId="{A9F55203-7C35-4919-AE76-820EC3E23BA1}">
      <dgm:prSet/>
      <dgm:spPr/>
      <dgm:t>
        <a:bodyPr/>
        <a:lstStyle/>
        <a:p>
          <a:endParaRPr lang="en-US"/>
        </a:p>
      </dgm:t>
    </dgm:pt>
    <dgm:pt modelId="{ABAD08D4-CE92-43EB-A47E-0535DC51B9F9}" type="sibTrans" cxnId="{A9F55203-7C35-4919-AE76-820EC3E23BA1}">
      <dgm:prSet/>
      <dgm:spPr/>
      <dgm:t>
        <a:bodyPr/>
        <a:lstStyle/>
        <a:p>
          <a:endParaRPr lang="en-US"/>
        </a:p>
      </dgm:t>
    </dgm:pt>
    <dgm:pt modelId="{5AC47DD7-BFE6-4B03-B3BC-F590AD36458D}">
      <dgm:prSet/>
      <dgm:spPr/>
      <dgm:t>
        <a:bodyPr/>
        <a:lstStyle/>
        <a:p>
          <a:r>
            <a:rPr lang="en-IN"/>
            <a:t>Length of the route</a:t>
          </a:r>
          <a:endParaRPr lang="en-US"/>
        </a:p>
      </dgm:t>
    </dgm:pt>
    <dgm:pt modelId="{2C7C628F-A5D7-4E59-82EE-90692B0BD468}" type="parTrans" cxnId="{8785983F-CBA4-4168-8354-FFE8CF8C69FF}">
      <dgm:prSet/>
      <dgm:spPr/>
      <dgm:t>
        <a:bodyPr/>
        <a:lstStyle/>
        <a:p>
          <a:endParaRPr lang="en-US"/>
        </a:p>
      </dgm:t>
    </dgm:pt>
    <dgm:pt modelId="{DC36E7D3-1BB9-45D2-B955-2D1E6005C979}" type="sibTrans" cxnId="{8785983F-CBA4-4168-8354-FFE8CF8C69FF}">
      <dgm:prSet/>
      <dgm:spPr/>
      <dgm:t>
        <a:bodyPr/>
        <a:lstStyle/>
        <a:p>
          <a:endParaRPr lang="en-US"/>
        </a:p>
      </dgm:t>
    </dgm:pt>
    <dgm:pt modelId="{A4466E15-F31A-47C4-BC7A-36670FDD4F76}">
      <dgm:prSet/>
      <dgm:spPr/>
      <dgm:t>
        <a:bodyPr/>
        <a:lstStyle/>
        <a:p>
          <a:r>
            <a:rPr lang="en-IN"/>
            <a:t>Width of road</a:t>
          </a:r>
          <a:endParaRPr lang="en-US"/>
        </a:p>
      </dgm:t>
    </dgm:pt>
    <dgm:pt modelId="{907D97B9-BEE7-4C95-8880-B52876ADDF5F}" type="parTrans" cxnId="{49ECEAED-61ED-42EA-B4C8-7B62D1FFAF60}">
      <dgm:prSet/>
      <dgm:spPr/>
      <dgm:t>
        <a:bodyPr/>
        <a:lstStyle/>
        <a:p>
          <a:endParaRPr lang="en-US"/>
        </a:p>
      </dgm:t>
    </dgm:pt>
    <dgm:pt modelId="{E758E7D0-B901-4DA5-A24B-2AB6114CD4EF}" type="sibTrans" cxnId="{49ECEAED-61ED-42EA-B4C8-7B62D1FFAF60}">
      <dgm:prSet/>
      <dgm:spPr/>
      <dgm:t>
        <a:bodyPr/>
        <a:lstStyle/>
        <a:p>
          <a:endParaRPr lang="en-US"/>
        </a:p>
      </dgm:t>
    </dgm:pt>
    <dgm:pt modelId="{FFC5D6FF-07A1-4DD0-A5A5-46D798F71D10}">
      <dgm:prSet/>
      <dgm:spPr/>
      <dgm:t>
        <a:bodyPr/>
        <a:lstStyle/>
        <a:p>
          <a:r>
            <a:rPr lang="en-IN" dirty="0"/>
            <a:t>Number of turns on route</a:t>
          </a:r>
          <a:endParaRPr lang="en-US" dirty="0"/>
        </a:p>
      </dgm:t>
    </dgm:pt>
    <dgm:pt modelId="{FCAF4059-B06C-465F-93E2-F04985BDFB6F}" type="parTrans" cxnId="{04C4474C-B8C3-4BA6-942D-F4FACA5E6298}">
      <dgm:prSet/>
      <dgm:spPr/>
      <dgm:t>
        <a:bodyPr/>
        <a:lstStyle/>
        <a:p>
          <a:endParaRPr lang="en-US"/>
        </a:p>
      </dgm:t>
    </dgm:pt>
    <dgm:pt modelId="{A73C9F9B-02E0-41C2-AF20-8050FFD39031}" type="sibTrans" cxnId="{04C4474C-B8C3-4BA6-942D-F4FACA5E6298}">
      <dgm:prSet/>
      <dgm:spPr/>
      <dgm:t>
        <a:bodyPr/>
        <a:lstStyle/>
        <a:p>
          <a:endParaRPr lang="en-US"/>
        </a:p>
      </dgm:t>
    </dgm:pt>
    <dgm:pt modelId="{4F5BEDD5-B284-448E-9CF8-E09A4943366B}">
      <dgm:prSet/>
      <dgm:spPr/>
      <dgm:t>
        <a:bodyPr/>
        <a:lstStyle/>
        <a:p>
          <a:r>
            <a:rPr lang="en-IN" dirty="0"/>
            <a:t>Number of speed breakers and condition of the road</a:t>
          </a:r>
          <a:endParaRPr lang="en-US" dirty="0"/>
        </a:p>
      </dgm:t>
    </dgm:pt>
    <dgm:pt modelId="{17D69891-4DC3-4084-B17B-B3A14B199BA6}" type="parTrans" cxnId="{1A9ED019-6910-40B9-834D-2BC5205BC759}">
      <dgm:prSet/>
      <dgm:spPr/>
      <dgm:t>
        <a:bodyPr/>
        <a:lstStyle/>
        <a:p>
          <a:endParaRPr lang="en-US"/>
        </a:p>
      </dgm:t>
    </dgm:pt>
    <dgm:pt modelId="{5CCB6DEE-60BC-4D51-9978-9C7E650BB578}" type="sibTrans" cxnId="{1A9ED019-6910-40B9-834D-2BC5205BC759}">
      <dgm:prSet/>
      <dgm:spPr/>
      <dgm:t>
        <a:bodyPr/>
        <a:lstStyle/>
        <a:p>
          <a:endParaRPr lang="en-US"/>
        </a:p>
      </dgm:t>
    </dgm:pt>
    <dgm:pt modelId="{A5B3099B-7F46-4A1B-ABED-D7918724A064}">
      <dgm:prSet/>
      <dgm:spPr/>
      <dgm:t>
        <a:bodyPr/>
        <a:lstStyle/>
        <a:p>
          <a:r>
            <a:rPr lang="en-IN" dirty="0"/>
            <a:t>Road undulations</a:t>
          </a:r>
          <a:endParaRPr lang="en-US" dirty="0"/>
        </a:p>
      </dgm:t>
    </dgm:pt>
    <dgm:pt modelId="{B43B0427-F2DC-4EFC-A178-0AF3E12FA1AA}" type="parTrans" cxnId="{2DCD4768-9D87-4B33-AE3A-719C0FC8823D}">
      <dgm:prSet/>
      <dgm:spPr/>
      <dgm:t>
        <a:bodyPr/>
        <a:lstStyle/>
        <a:p>
          <a:endParaRPr lang="en-US"/>
        </a:p>
      </dgm:t>
    </dgm:pt>
    <dgm:pt modelId="{E20CDFDD-5982-4A0F-A1E2-ABA6323320F7}" type="sibTrans" cxnId="{2DCD4768-9D87-4B33-AE3A-719C0FC8823D}">
      <dgm:prSet/>
      <dgm:spPr/>
      <dgm:t>
        <a:bodyPr/>
        <a:lstStyle/>
        <a:p>
          <a:endParaRPr lang="en-US"/>
        </a:p>
      </dgm:t>
    </dgm:pt>
    <dgm:pt modelId="{F0E10616-29B6-445F-8D73-9BE0B82F8A76}">
      <dgm:prSet/>
      <dgm:spPr/>
      <dgm:t>
        <a:bodyPr/>
        <a:lstStyle/>
        <a:p>
          <a:r>
            <a:rPr lang="en-IN" dirty="0"/>
            <a:t>Weather during the drive</a:t>
          </a:r>
          <a:endParaRPr lang="en-US" dirty="0"/>
        </a:p>
      </dgm:t>
    </dgm:pt>
    <dgm:pt modelId="{FFDCF651-D009-4E7A-82B9-76378CB50CC3}" type="parTrans" cxnId="{6D23FF30-EB8A-41FF-92E3-93DEF709EBEC}">
      <dgm:prSet/>
      <dgm:spPr/>
      <dgm:t>
        <a:bodyPr/>
        <a:lstStyle/>
        <a:p>
          <a:endParaRPr lang="en-US"/>
        </a:p>
      </dgm:t>
    </dgm:pt>
    <dgm:pt modelId="{35E20C4B-BA57-4C71-A665-80E863F3B4A8}" type="sibTrans" cxnId="{6D23FF30-EB8A-41FF-92E3-93DEF709EBEC}">
      <dgm:prSet/>
      <dgm:spPr/>
      <dgm:t>
        <a:bodyPr/>
        <a:lstStyle/>
        <a:p>
          <a:endParaRPr lang="en-US"/>
        </a:p>
      </dgm:t>
    </dgm:pt>
    <dgm:pt modelId="{3F933E70-B615-4B1D-B5DD-C038769E6E8F}">
      <dgm:prSet/>
      <dgm:spPr/>
      <dgm:t>
        <a:bodyPr/>
        <a:lstStyle/>
        <a:p>
          <a:r>
            <a:rPr lang="en-IN"/>
            <a:t>Population density on the route.</a:t>
          </a:r>
          <a:endParaRPr lang="en-US"/>
        </a:p>
      </dgm:t>
    </dgm:pt>
    <dgm:pt modelId="{1E68321B-B16F-403A-AB2C-61BC96583C9C}" type="parTrans" cxnId="{9ADA5331-5BE8-4E59-A0C8-E60E0C6A6F20}">
      <dgm:prSet/>
      <dgm:spPr/>
      <dgm:t>
        <a:bodyPr/>
        <a:lstStyle/>
        <a:p>
          <a:endParaRPr lang="en-US"/>
        </a:p>
      </dgm:t>
    </dgm:pt>
    <dgm:pt modelId="{A9E07639-4FA0-448F-94D1-33A037E6B923}" type="sibTrans" cxnId="{9ADA5331-5BE8-4E59-A0C8-E60E0C6A6F20}">
      <dgm:prSet/>
      <dgm:spPr/>
      <dgm:t>
        <a:bodyPr/>
        <a:lstStyle/>
        <a:p>
          <a:endParaRPr lang="en-US"/>
        </a:p>
      </dgm:t>
    </dgm:pt>
    <dgm:pt modelId="{986B4067-FC99-495F-BBE4-311A7350BA65}">
      <dgm:prSet/>
      <dgm:spPr/>
      <dgm:t>
        <a:bodyPr/>
        <a:lstStyle/>
        <a:p>
          <a:r>
            <a:rPr lang="en-IN" dirty="0"/>
            <a:t>Best time for driving on the route</a:t>
          </a:r>
          <a:endParaRPr lang="en-US" dirty="0"/>
        </a:p>
      </dgm:t>
    </dgm:pt>
    <dgm:pt modelId="{80BE8D1A-66D7-4C38-A29A-A9E7831FA573}" type="parTrans" cxnId="{B5804854-A626-42E0-9DB9-0AD64F0286EB}">
      <dgm:prSet/>
      <dgm:spPr/>
      <dgm:t>
        <a:bodyPr/>
        <a:lstStyle/>
        <a:p>
          <a:endParaRPr lang="en-US"/>
        </a:p>
      </dgm:t>
    </dgm:pt>
    <dgm:pt modelId="{B7775A85-31A5-4889-B8A3-479118C634A5}" type="sibTrans" cxnId="{B5804854-A626-42E0-9DB9-0AD64F0286EB}">
      <dgm:prSet/>
      <dgm:spPr/>
      <dgm:t>
        <a:bodyPr/>
        <a:lstStyle/>
        <a:p>
          <a:endParaRPr lang="en-US"/>
        </a:p>
      </dgm:t>
    </dgm:pt>
    <dgm:pt modelId="{2F3A794A-0CDA-48E9-B9DB-5CFB5554D4FF}">
      <dgm:prSet/>
      <dgm:spPr/>
      <dgm:t>
        <a:bodyPr/>
        <a:lstStyle/>
        <a:p>
          <a:r>
            <a:rPr lang="en-IN"/>
            <a:t>Adaptive cruise control activation point. </a:t>
          </a:r>
          <a:endParaRPr lang="en-US"/>
        </a:p>
      </dgm:t>
    </dgm:pt>
    <dgm:pt modelId="{0832E252-39B5-49ED-82A4-9A6B4CC4FB51}" type="parTrans" cxnId="{60B4B7E9-EE82-4A38-B3DF-CB4044C4491D}">
      <dgm:prSet/>
      <dgm:spPr/>
      <dgm:t>
        <a:bodyPr/>
        <a:lstStyle/>
        <a:p>
          <a:endParaRPr lang="en-US"/>
        </a:p>
      </dgm:t>
    </dgm:pt>
    <dgm:pt modelId="{8CFE3136-36D5-4F85-BE37-3E2ACBD11597}" type="sibTrans" cxnId="{60B4B7E9-EE82-4A38-B3DF-CB4044C4491D}">
      <dgm:prSet/>
      <dgm:spPr/>
      <dgm:t>
        <a:bodyPr/>
        <a:lstStyle/>
        <a:p>
          <a:endParaRPr lang="en-US"/>
        </a:p>
      </dgm:t>
    </dgm:pt>
    <dgm:pt modelId="{BD822D77-EB0A-441D-B880-BDED6B79C9E4}" type="pres">
      <dgm:prSet presAssocID="{34181617-D77B-4D86-93AA-30B1B3A47E4F}" presName="vert0" presStyleCnt="0">
        <dgm:presLayoutVars>
          <dgm:dir/>
          <dgm:animOne val="branch"/>
          <dgm:animLvl val="lvl"/>
        </dgm:presLayoutVars>
      </dgm:prSet>
      <dgm:spPr/>
    </dgm:pt>
    <dgm:pt modelId="{7970FF1B-D188-46ED-8EAA-BEB3874AA97E}" type="pres">
      <dgm:prSet presAssocID="{AE61C9B1-2DEE-4D8D-B145-AEBE7E138E40}" presName="thickLine" presStyleLbl="alignNode1" presStyleIdx="0" presStyleCnt="11"/>
      <dgm:spPr/>
    </dgm:pt>
    <dgm:pt modelId="{A308955B-3529-4117-A8E8-9A7B63C9C977}" type="pres">
      <dgm:prSet presAssocID="{AE61C9B1-2DEE-4D8D-B145-AEBE7E138E40}" presName="horz1" presStyleCnt="0"/>
      <dgm:spPr/>
    </dgm:pt>
    <dgm:pt modelId="{B955CA18-AA97-40AC-825A-AC122AAABDDC}" type="pres">
      <dgm:prSet presAssocID="{AE61C9B1-2DEE-4D8D-B145-AEBE7E138E40}" presName="tx1" presStyleLbl="revTx" presStyleIdx="0" presStyleCnt="11"/>
      <dgm:spPr/>
    </dgm:pt>
    <dgm:pt modelId="{0FBBFB4F-C2A2-4F33-9B74-BFDBBF412FBE}" type="pres">
      <dgm:prSet presAssocID="{AE61C9B1-2DEE-4D8D-B145-AEBE7E138E40}" presName="vert1" presStyleCnt="0"/>
      <dgm:spPr/>
    </dgm:pt>
    <dgm:pt modelId="{DF3A02AD-7AC6-4BB1-9192-475BD996FE87}" type="pres">
      <dgm:prSet presAssocID="{BE29AD54-2FE8-4B55-85D7-17328A08B473}" presName="thickLine" presStyleLbl="alignNode1" presStyleIdx="1" presStyleCnt="11"/>
      <dgm:spPr/>
    </dgm:pt>
    <dgm:pt modelId="{A7B8FC7B-4147-4772-B96F-3AB6F301D28B}" type="pres">
      <dgm:prSet presAssocID="{BE29AD54-2FE8-4B55-85D7-17328A08B473}" presName="horz1" presStyleCnt="0"/>
      <dgm:spPr/>
    </dgm:pt>
    <dgm:pt modelId="{F538B7A2-D07F-4F53-927A-497F0408B862}" type="pres">
      <dgm:prSet presAssocID="{BE29AD54-2FE8-4B55-85D7-17328A08B473}" presName="tx1" presStyleLbl="revTx" presStyleIdx="1" presStyleCnt="11"/>
      <dgm:spPr/>
    </dgm:pt>
    <dgm:pt modelId="{23E5CAF3-970B-491C-AA39-AD4619E0EA4E}" type="pres">
      <dgm:prSet presAssocID="{BE29AD54-2FE8-4B55-85D7-17328A08B473}" presName="vert1" presStyleCnt="0"/>
      <dgm:spPr/>
    </dgm:pt>
    <dgm:pt modelId="{1CFE78A8-B6F1-4414-A966-00D873219A3D}" type="pres">
      <dgm:prSet presAssocID="{5AC47DD7-BFE6-4B03-B3BC-F590AD36458D}" presName="thickLine" presStyleLbl="alignNode1" presStyleIdx="2" presStyleCnt="11"/>
      <dgm:spPr/>
    </dgm:pt>
    <dgm:pt modelId="{CCB27B0C-B878-4EFB-8498-5235E137D6F4}" type="pres">
      <dgm:prSet presAssocID="{5AC47DD7-BFE6-4B03-B3BC-F590AD36458D}" presName="horz1" presStyleCnt="0"/>
      <dgm:spPr/>
    </dgm:pt>
    <dgm:pt modelId="{C9FB4F88-86CC-47E3-AD3E-07965A61249B}" type="pres">
      <dgm:prSet presAssocID="{5AC47DD7-BFE6-4B03-B3BC-F590AD36458D}" presName="tx1" presStyleLbl="revTx" presStyleIdx="2" presStyleCnt="11"/>
      <dgm:spPr/>
    </dgm:pt>
    <dgm:pt modelId="{496FB0EF-BE9E-4553-9E25-D24C892571C3}" type="pres">
      <dgm:prSet presAssocID="{5AC47DD7-BFE6-4B03-B3BC-F590AD36458D}" presName="vert1" presStyleCnt="0"/>
      <dgm:spPr/>
    </dgm:pt>
    <dgm:pt modelId="{925145B0-03FD-438F-81CA-BB4959D1F2CA}" type="pres">
      <dgm:prSet presAssocID="{A4466E15-F31A-47C4-BC7A-36670FDD4F76}" presName="thickLine" presStyleLbl="alignNode1" presStyleIdx="3" presStyleCnt="11"/>
      <dgm:spPr/>
    </dgm:pt>
    <dgm:pt modelId="{7F47E707-FD73-426F-BEA3-A616DF33FE35}" type="pres">
      <dgm:prSet presAssocID="{A4466E15-F31A-47C4-BC7A-36670FDD4F76}" presName="horz1" presStyleCnt="0"/>
      <dgm:spPr/>
    </dgm:pt>
    <dgm:pt modelId="{2FCAA7D7-97A4-470B-8D94-395789EFCE6E}" type="pres">
      <dgm:prSet presAssocID="{A4466E15-F31A-47C4-BC7A-36670FDD4F76}" presName="tx1" presStyleLbl="revTx" presStyleIdx="3" presStyleCnt="11"/>
      <dgm:spPr/>
    </dgm:pt>
    <dgm:pt modelId="{FF877B62-C570-4F0B-A158-8B9C8A5C2F7D}" type="pres">
      <dgm:prSet presAssocID="{A4466E15-F31A-47C4-BC7A-36670FDD4F76}" presName="vert1" presStyleCnt="0"/>
      <dgm:spPr/>
    </dgm:pt>
    <dgm:pt modelId="{2F340823-83A9-4B52-98C6-DDC1298F2781}" type="pres">
      <dgm:prSet presAssocID="{FFC5D6FF-07A1-4DD0-A5A5-46D798F71D10}" presName="thickLine" presStyleLbl="alignNode1" presStyleIdx="4" presStyleCnt="11"/>
      <dgm:spPr/>
    </dgm:pt>
    <dgm:pt modelId="{7F7D4495-2340-4B34-B1D2-6A0FCCC94490}" type="pres">
      <dgm:prSet presAssocID="{FFC5D6FF-07A1-4DD0-A5A5-46D798F71D10}" presName="horz1" presStyleCnt="0"/>
      <dgm:spPr/>
    </dgm:pt>
    <dgm:pt modelId="{40384F21-8160-49DC-9E00-74F4C67CB013}" type="pres">
      <dgm:prSet presAssocID="{FFC5D6FF-07A1-4DD0-A5A5-46D798F71D10}" presName="tx1" presStyleLbl="revTx" presStyleIdx="4" presStyleCnt="11"/>
      <dgm:spPr/>
    </dgm:pt>
    <dgm:pt modelId="{2ECEF9C4-7D81-4940-A7D8-DB89EFD3C617}" type="pres">
      <dgm:prSet presAssocID="{FFC5D6FF-07A1-4DD0-A5A5-46D798F71D10}" presName="vert1" presStyleCnt="0"/>
      <dgm:spPr/>
    </dgm:pt>
    <dgm:pt modelId="{A0AE5A33-15BB-4162-B8CB-5A48B6160F0A}" type="pres">
      <dgm:prSet presAssocID="{4F5BEDD5-B284-448E-9CF8-E09A4943366B}" presName="thickLine" presStyleLbl="alignNode1" presStyleIdx="5" presStyleCnt="11"/>
      <dgm:spPr/>
    </dgm:pt>
    <dgm:pt modelId="{F920FC2E-4316-43A0-A9B0-5AFFB9E6F4CD}" type="pres">
      <dgm:prSet presAssocID="{4F5BEDD5-B284-448E-9CF8-E09A4943366B}" presName="horz1" presStyleCnt="0"/>
      <dgm:spPr/>
    </dgm:pt>
    <dgm:pt modelId="{BAB6505F-7485-4866-91A0-7E33EF4F7855}" type="pres">
      <dgm:prSet presAssocID="{4F5BEDD5-B284-448E-9CF8-E09A4943366B}" presName="tx1" presStyleLbl="revTx" presStyleIdx="5" presStyleCnt="11"/>
      <dgm:spPr/>
    </dgm:pt>
    <dgm:pt modelId="{25E5BF79-B349-4D23-B9F0-7CCB44AF8063}" type="pres">
      <dgm:prSet presAssocID="{4F5BEDD5-B284-448E-9CF8-E09A4943366B}" presName="vert1" presStyleCnt="0"/>
      <dgm:spPr/>
    </dgm:pt>
    <dgm:pt modelId="{93280E4D-9D3A-4E26-9BF1-B1CB5EA7F263}" type="pres">
      <dgm:prSet presAssocID="{A5B3099B-7F46-4A1B-ABED-D7918724A064}" presName="thickLine" presStyleLbl="alignNode1" presStyleIdx="6" presStyleCnt="11"/>
      <dgm:spPr/>
    </dgm:pt>
    <dgm:pt modelId="{DE755FC1-C7C3-4A44-A9DD-8A9FB868BE74}" type="pres">
      <dgm:prSet presAssocID="{A5B3099B-7F46-4A1B-ABED-D7918724A064}" presName="horz1" presStyleCnt="0"/>
      <dgm:spPr/>
    </dgm:pt>
    <dgm:pt modelId="{704CE238-E9C3-4F4A-B9BF-9F1DDE93C253}" type="pres">
      <dgm:prSet presAssocID="{A5B3099B-7F46-4A1B-ABED-D7918724A064}" presName="tx1" presStyleLbl="revTx" presStyleIdx="6" presStyleCnt="11"/>
      <dgm:spPr/>
    </dgm:pt>
    <dgm:pt modelId="{A4C066EE-E3E0-448F-8506-E5584CB3FE51}" type="pres">
      <dgm:prSet presAssocID="{A5B3099B-7F46-4A1B-ABED-D7918724A064}" presName="vert1" presStyleCnt="0"/>
      <dgm:spPr/>
    </dgm:pt>
    <dgm:pt modelId="{1899D197-4B45-4A41-8B3C-FF02F6470F65}" type="pres">
      <dgm:prSet presAssocID="{F0E10616-29B6-445F-8D73-9BE0B82F8A76}" presName="thickLine" presStyleLbl="alignNode1" presStyleIdx="7" presStyleCnt="11"/>
      <dgm:spPr/>
    </dgm:pt>
    <dgm:pt modelId="{BE44892D-C0BD-4561-9467-A2DB16CC46D6}" type="pres">
      <dgm:prSet presAssocID="{F0E10616-29B6-445F-8D73-9BE0B82F8A76}" presName="horz1" presStyleCnt="0"/>
      <dgm:spPr/>
    </dgm:pt>
    <dgm:pt modelId="{BFEEDDAA-AE87-450A-9486-2422322B69AB}" type="pres">
      <dgm:prSet presAssocID="{F0E10616-29B6-445F-8D73-9BE0B82F8A76}" presName="tx1" presStyleLbl="revTx" presStyleIdx="7" presStyleCnt="11"/>
      <dgm:spPr/>
    </dgm:pt>
    <dgm:pt modelId="{CFFA604B-5EAF-43D6-B7A9-80F4CA76FEF6}" type="pres">
      <dgm:prSet presAssocID="{F0E10616-29B6-445F-8D73-9BE0B82F8A76}" presName="vert1" presStyleCnt="0"/>
      <dgm:spPr/>
    </dgm:pt>
    <dgm:pt modelId="{4E141E1A-CAF5-4C83-AFE0-A763F484D099}" type="pres">
      <dgm:prSet presAssocID="{3F933E70-B615-4B1D-B5DD-C038769E6E8F}" presName="thickLine" presStyleLbl="alignNode1" presStyleIdx="8" presStyleCnt="11"/>
      <dgm:spPr/>
    </dgm:pt>
    <dgm:pt modelId="{6DCF3579-79B5-4487-AFE0-1504A92AA09E}" type="pres">
      <dgm:prSet presAssocID="{3F933E70-B615-4B1D-B5DD-C038769E6E8F}" presName="horz1" presStyleCnt="0"/>
      <dgm:spPr/>
    </dgm:pt>
    <dgm:pt modelId="{8753782D-2D7B-4129-98AD-E224779CA418}" type="pres">
      <dgm:prSet presAssocID="{3F933E70-B615-4B1D-B5DD-C038769E6E8F}" presName="tx1" presStyleLbl="revTx" presStyleIdx="8" presStyleCnt="11"/>
      <dgm:spPr/>
    </dgm:pt>
    <dgm:pt modelId="{809030D5-60A1-45AB-B50C-1570F9223C0D}" type="pres">
      <dgm:prSet presAssocID="{3F933E70-B615-4B1D-B5DD-C038769E6E8F}" presName="vert1" presStyleCnt="0"/>
      <dgm:spPr/>
    </dgm:pt>
    <dgm:pt modelId="{E530BCF8-F0B7-442F-ADD2-B5ACA85ED850}" type="pres">
      <dgm:prSet presAssocID="{986B4067-FC99-495F-BBE4-311A7350BA65}" presName="thickLine" presStyleLbl="alignNode1" presStyleIdx="9" presStyleCnt="11"/>
      <dgm:spPr/>
    </dgm:pt>
    <dgm:pt modelId="{5844F026-4ED6-4A7C-AC9F-121E44C928A8}" type="pres">
      <dgm:prSet presAssocID="{986B4067-FC99-495F-BBE4-311A7350BA65}" presName="horz1" presStyleCnt="0"/>
      <dgm:spPr/>
    </dgm:pt>
    <dgm:pt modelId="{1F499224-4B5C-41F0-9EFC-1520E4637FF1}" type="pres">
      <dgm:prSet presAssocID="{986B4067-FC99-495F-BBE4-311A7350BA65}" presName="tx1" presStyleLbl="revTx" presStyleIdx="9" presStyleCnt="11"/>
      <dgm:spPr/>
    </dgm:pt>
    <dgm:pt modelId="{1F0679D6-8F3E-43B4-86FD-E58E9C024EE8}" type="pres">
      <dgm:prSet presAssocID="{986B4067-FC99-495F-BBE4-311A7350BA65}" presName="vert1" presStyleCnt="0"/>
      <dgm:spPr/>
    </dgm:pt>
    <dgm:pt modelId="{3F00FB0A-FBB7-4CE7-AB9C-259E61A21B11}" type="pres">
      <dgm:prSet presAssocID="{2F3A794A-0CDA-48E9-B9DB-5CFB5554D4FF}" presName="thickLine" presStyleLbl="alignNode1" presStyleIdx="10" presStyleCnt="11"/>
      <dgm:spPr/>
    </dgm:pt>
    <dgm:pt modelId="{1F804A82-ECAE-415D-9304-9364C6C898FE}" type="pres">
      <dgm:prSet presAssocID="{2F3A794A-0CDA-48E9-B9DB-5CFB5554D4FF}" presName="horz1" presStyleCnt="0"/>
      <dgm:spPr/>
    </dgm:pt>
    <dgm:pt modelId="{9222DFA0-660F-42CF-AA23-EB4B5A12301C}" type="pres">
      <dgm:prSet presAssocID="{2F3A794A-0CDA-48E9-B9DB-5CFB5554D4FF}" presName="tx1" presStyleLbl="revTx" presStyleIdx="10" presStyleCnt="11"/>
      <dgm:spPr/>
    </dgm:pt>
    <dgm:pt modelId="{003DA1F8-846C-4D96-BCDA-0904AC5B9DEB}" type="pres">
      <dgm:prSet presAssocID="{2F3A794A-0CDA-48E9-B9DB-5CFB5554D4FF}" presName="vert1" presStyleCnt="0"/>
      <dgm:spPr/>
    </dgm:pt>
  </dgm:ptLst>
  <dgm:cxnLst>
    <dgm:cxn modelId="{A9F55203-7C35-4919-AE76-820EC3E23BA1}" srcId="{34181617-D77B-4D86-93AA-30B1B3A47E4F}" destId="{BE29AD54-2FE8-4B55-85D7-17328A08B473}" srcOrd="1" destOrd="0" parTransId="{B6434BB6-0B23-4FC3-B7AE-7DD0F28B8037}" sibTransId="{ABAD08D4-CE92-43EB-A47E-0535DC51B9F9}"/>
    <dgm:cxn modelId="{1A9ED019-6910-40B9-834D-2BC5205BC759}" srcId="{34181617-D77B-4D86-93AA-30B1B3A47E4F}" destId="{4F5BEDD5-B284-448E-9CF8-E09A4943366B}" srcOrd="5" destOrd="0" parTransId="{17D69891-4DC3-4084-B17B-B3A14B199BA6}" sibTransId="{5CCB6DEE-60BC-4D51-9978-9C7E650BB578}"/>
    <dgm:cxn modelId="{F028532B-653E-491F-B4D5-1CE59F8510F5}" type="presOf" srcId="{2F3A794A-0CDA-48E9-B9DB-5CFB5554D4FF}" destId="{9222DFA0-660F-42CF-AA23-EB4B5A12301C}" srcOrd="0" destOrd="0" presId="urn:microsoft.com/office/officeart/2008/layout/LinedList"/>
    <dgm:cxn modelId="{6D23FF30-EB8A-41FF-92E3-93DEF709EBEC}" srcId="{34181617-D77B-4D86-93AA-30B1B3A47E4F}" destId="{F0E10616-29B6-445F-8D73-9BE0B82F8A76}" srcOrd="7" destOrd="0" parTransId="{FFDCF651-D009-4E7A-82B9-76378CB50CC3}" sibTransId="{35E20C4B-BA57-4C71-A665-80E863F3B4A8}"/>
    <dgm:cxn modelId="{9ADA5331-5BE8-4E59-A0C8-E60E0C6A6F20}" srcId="{34181617-D77B-4D86-93AA-30B1B3A47E4F}" destId="{3F933E70-B615-4B1D-B5DD-C038769E6E8F}" srcOrd="8" destOrd="0" parTransId="{1E68321B-B16F-403A-AB2C-61BC96583C9C}" sibTransId="{A9E07639-4FA0-448F-94D1-33A037E6B923}"/>
    <dgm:cxn modelId="{E280863E-B547-4F6A-BA1A-115F1082648F}" type="presOf" srcId="{A5B3099B-7F46-4A1B-ABED-D7918724A064}" destId="{704CE238-E9C3-4F4A-B9BF-9F1DDE93C253}" srcOrd="0" destOrd="0" presId="urn:microsoft.com/office/officeart/2008/layout/LinedList"/>
    <dgm:cxn modelId="{8785983F-CBA4-4168-8354-FFE8CF8C69FF}" srcId="{34181617-D77B-4D86-93AA-30B1B3A47E4F}" destId="{5AC47DD7-BFE6-4B03-B3BC-F590AD36458D}" srcOrd="2" destOrd="0" parTransId="{2C7C628F-A5D7-4E59-82EE-90692B0BD468}" sibTransId="{DC36E7D3-1BB9-45D2-B955-2D1E6005C979}"/>
    <dgm:cxn modelId="{2DCD4768-9D87-4B33-AE3A-719C0FC8823D}" srcId="{34181617-D77B-4D86-93AA-30B1B3A47E4F}" destId="{A5B3099B-7F46-4A1B-ABED-D7918724A064}" srcOrd="6" destOrd="0" parTransId="{B43B0427-F2DC-4EFC-A178-0AF3E12FA1AA}" sibTransId="{E20CDFDD-5982-4A0F-A1E2-ABA6323320F7}"/>
    <dgm:cxn modelId="{04C4474C-B8C3-4BA6-942D-F4FACA5E6298}" srcId="{34181617-D77B-4D86-93AA-30B1B3A47E4F}" destId="{FFC5D6FF-07A1-4DD0-A5A5-46D798F71D10}" srcOrd="4" destOrd="0" parTransId="{FCAF4059-B06C-465F-93E2-F04985BDFB6F}" sibTransId="{A73C9F9B-02E0-41C2-AF20-8050FFD39031}"/>
    <dgm:cxn modelId="{551E2852-7FBC-4808-9A5E-BA1CC7519E6E}" type="presOf" srcId="{AE61C9B1-2DEE-4D8D-B145-AEBE7E138E40}" destId="{B955CA18-AA97-40AC-825A-AC122AAABDDC}" srcOrd="0" destOrd="0" presId="urn:microsoft.com/office/officeart/2008/layout/LinedList"/>
    <dgm:cxn modelId="{B5804854-A626-42E0-9DB9-0AD64F0286EB}" srcId="{34181617-D77B-4D86-93AA-30B1B3A47E4F}" destId="{986B4067-FC99-495F-BBE4-311A7350BA65}" srcOrd="9" destOrd="0" parTransId="{80BE8D1A-66D7-4C38-A29A-A9E7831FA573}" sibTransId="{B7775A85-31A5-4889-B8A3-479118C634A5}"/>
    <dgm:cxn modelId="{6F345A57-9FF7-4AC6-AD4F-966C5B93B044}" type="presOf" srcId="{5AC47DD7-BFE6-4B03-B3BC-F590AD36458D}" destId="{C9FB4F88-86CC-47E3-AD3E-07965A61249B}" srcOrd="0" destOrd="0" presId="urn:microsoft.com/office/officeart/2008/layout/LinedList"/>
    <dgm:cxn modelId="{1166B37A-3204-43F9-9B33-1F270F913A86}" type="presOf" srcId="{3F933E70-B615-4B1D-B5DD-C038769E6E8F}" destId="{8753782D-2D7B-4129-98AD-E224779CA418}" srcOrd="0" destOrd="0" presId="urn:microsoft.com/office/officeart/2008/layout/LinedList"/>
    <dgm:cxn modelId="{45B0837F-1313-43E2-93AE-E20068F724A9}" type="presOf" srcId="{986B4067-FC99-495F-BBE4-311A7350BA65}" destId="{1F499224-4B5C-41F0-9EFC-1520E4637FF1}" srcOrd="0" destOrd="0" presId="urn:microsoft.com/office/officeart/2008/layout/LinedList"/>
    <dgm:cxn modelId="{63E44097-10BB-440A-9C1B-5A895D2C06F7}" type="presOf" srcId="{BE29AD54-2FE8-4B55-85D7-17328A08B473}" destId="{F538B7A2-D07F-4F53-927A-497F0408B862}" srcOrd="0" destOrd="0" presId="urn:microsoft.com/office/officeart/2008/layout/LinedList"/>
    <dgm:cxn modelId="{8F8C04A9-74E8-4941-A213-9A11FFD855F7}" type="presOf" srcId="{34181617-D77B-4D86-93AA-30B1B3A47E4F}" destId="{BD822D77-EB0A-441D-B880-BDED6B79C9E4}" srcOrd="0" destOrd="0" presId="urn:microsoft.com/office/officeart/2008/layout/LinedList"/>
    <dgm:cxn modelId="{15BBE1CA-5E12-4A5D-9B42-241D619C4B88}" type="presOf" srcId="{4F5BEDD5-B284-448E-9CF8-E09A4943366B}" destId="{BAB6505F-7485-4866-91A0-7E33EF4F7855}" srcOrd="0" destOrd="0" presId="urn:microsoft.com/office/officeart/2008/layout/LinedList"/>
    <dgm:cxn modelId="{C956EFCD-26D0-412D-8D71-8F5C5600CAF6}" srcId="{34181617-D77B-4D86-93AA-30B1B3A47E4F}" destId="{AE61C9B1-2DEE-4D8D-B145-AEBE7E138E40}" srcOrd="0" destOrd="0" parTransId="{1AAD164A-CCBD-428A-8677-FB3932FA5C1E}" sibTransId="{4B3BD25B-9B3B-43F5-8194-C8FCDC284BA5}"/>
    <dgm:cxn modelId="{4B0D3FD4-B974-4395-B717-605A47DDB6A2}" type="presOf" srcId="{FFC5D6FF-07A1-4DD0-A5A5-46D798F71D10}" destId="{40384F21-8160-49DC-9E00-74F4C67CB013}" srcOrd="0" destOrd="0" presId="urn:microsoft.com/office/officeart/2008/layout/LinedList"/>
    <dgm:cxn modelId="{7F0C6CE3-5080-4A5D-843A-DA335B46B5F3}" type="presOf" srcId="{A4466E15-F31A-47C4-BC7A-36670FDD4F76}" destId="{2FCAA7D7-97A4-470B-8D94-395789EFCE6E}" srcOrd="0" destOrd="0" presId="urn:microsoft.com/office/officeart/2008/layout/LinedList"/>
    <dgm:cxn modelId="{60B4B7E9-EE82-4A38-B3DF-CB4044C4491D}" srcId="{34181617-D77B-4D86-93AA-30B1B3A47E4F}" destId="{2F3A794A-0CDA-48E9-B9DB-5CFB5554D4FF}" srcOrd="10" destOrd="0" parTransId="{0832E252-39B5-49ED-82A4-9A6B4CC4FB51}" sibTransId="{8CFE3136-36D5-4F85-BE37-3E2ACBD11597}"/>
    <dgm:cxn modelId="{49ECEAED-61ED-42EA-B4C8-7B62D1FFAF60}" srcId="{34181617-D77B-4D86-93AA-30B1B3A47E4F}" destId="{A4466E15-F31A-47C4-BC7A-36670FDD4F76}" srcOrd="3" destOrd="0" parTransId="{907D97B9-BEE7-4C95-8880-B52876ADDF5F}" sibTransId="{E758E7D0-B901-4DA5-A24B-2AB6114CD4EF}"/>
    <dgm:cxn modelId="{0649A4F9-0EE4-41AF-BD5D-41832DE0CF9A}" type="presOf" srcId="{F0E10616-29B6-445F-8D73-9BE0B82F8A76}" destId="{BFEEDDAA-AE87-450A-9486-2422322B69AB}" srcOrd="0" destOrd="0" presId="urn:microsoft.com/office/officeart/2008/layout/LinedList"/>
    <dgm:cxn modelId="{C122A691-6992-427C-80AC-937F0520D1C5}" type="presParOf" srcId="{BD822D77-EB0A-441D-B880-BDED6B79C9E4}" destId="{7970FF1B-D188-46ED-8EAA-BEB3874AA97E}" srcOrd="0" destOrd="0" presId="urn:microsoft.com/office/officeart/2008/layout/LinedList"/>
    <dgm:cxn modelId="{A2B91B89-777F-4B92-A96A-180659842884}" type="presParOf" srcId="{BD822D77-EB0A-441D-B880-BDED6B79C9E4}" destId="{A308955B-3529-4117-A8E8-9A7B63C9C977}" srcOrd="1" destOrd="0" presId="urn:microsoft.com/office/officeart/2008/layout/LinedList"/>
    <dgm:cxn modelId="{2F3C698C-C5C0-4EC4-9C22-D32BD65C4423}" type="presParOf" srcId="{A308955B-3529-4117-A8E8-9A7B63C9C977}" destId="{B955CA18-AA97-40AC-825A-AC122AAABDDC}" srcOrd="0" destOrd="0" presId="urn:microsoft.com/office/officeart/2008/layout/LinedList"/>
    <dgm:cxn modelId="{92F4E18B-0265-48CB-BD57-D4CE9507DF4D}" type="presParOf" srcId="{A308955B-3529-4117-A8E8-9A7B63C9C977}" destId="{0FBBFB4F-C2A2-4F33-9B74-BFDBBF412FBE}" srcOrd="1" destOrd="0" presId="urn:microsoft.com/office/officeart/2008/layout/LinedList"/>
    <dgm:cxn modelId="{B278F84F-29CF-48FC-879D-3AD704BE10A8}" type="presParOf" srcId="{BD822D77-EB0A-441D-B880-BDED6B79C9E4}" destId="{DF3A02AD-7AC6-4BB1-9192-475BD996FE87}" srcOrd="2" destOrd="0" presId="urn:microsoft.com/office/officeart/2008/layout/LinedList"/>
    <dgm:cxn modelId="{2528CC34-34A2-43DA-8E1C-A50C7BB1EC23}" type="presParOf" srcId="{BD822D77-EB0A-441D-B880-BDED6B79C9E4}" destId="{A7B8FC7B-4147-4772-B96F-3AB6F301D28B}" srcOrd="3" destOrd="0" presId="urn:microsoft.com/office/officeart/2008/layout/LinedList"/>
    <dgm:cxn modelId="{8B506425-1DFD-4D89-8231-4099434F97BA}" type="presParOf" srcId="{A7B8FC7B-4147-4772-B96F-3AB6F301D28B}" destId="{F538B7A2-D07F-4F53-927A-497F0408B862}" srcOrd="0" destOrd="0" presId="urn:microsoft.com/office/officeart/2008/layout/LinedList"/>
    <dgm:cxn modelId="{6F1F3F23-BF55-4B2D-80DA-F4937A996CFE}" type="presParOf" srcId="{A7B8FC7B-4147-4772-B96F-3AB6F301D28B}" destId="{23E5CAF3-970B-491C-AA39-AD4619E0EA4E}" srcOrd="1" destOrd="0" presId="urn:microsoft.com/office/officeart/2008/layout/LinedList"/>
    <dgm:cxn modelId="{304821EF-959F-4F34-8829-DDD75DDB442B}" type="presParOf" srcId="{BD822D77-EB0A-441D-B880-BDED6B79C9E4}" destId="{1CFE78A8-B6F1-4414-A966-00D873219A3D}" srcOrd="4" destOrd="0" presId="urn:microsoft.com/office/officeart/2008/layout/LinedList"/>
    <dgm:cxn modelId="{B2724BA5-A7DC-4B6E-8757-6E06EC2C0AF3}" type="presParOf" srcId="{BD822D77-EB0A-441D-B880-BDED6B79C9E4}" destId="{CCB27B0C-B878-4EFB-8498-5235E137D6F4}" srcOrd="5" destOrd="0" presId="urn:microsoft.com/office/officeart/2008/layout/LinedList"/>
    <dgm:cxn modelId="{1851F8E2-875E-428B-B41F-326D2D5EC72A}" type="presParOf" srcId="{CCB27B0C-B878-4EFB-8498-5235E137D6F4}" destId="{C9FB4F88-86CC-47E3-AD3E-07965A61249B}" srcOrd="0" destOrd="0" presId="urn:microsoft.com/office/officeart/2008/layout/LinedList"/>
    <dgm:cxn modelId="{AD4C58A5-2215-46B9-BDD8-B9A236FA6AAE}" type="presParOf" srcId="{CCB27B0C-B878-4EFB-8498-5235E137D6F4}" destId="{496FB0EF-BE9E-4553-9E25-D24C892571C3}" srcOrd="1" destOrd="0" presId="urn:microsoft.com/office/officeart/2008/layout/LinedList"/>
    <dgm:cxn modelId="{4C79FC19-3944-4522-9CDA-7B648E729D3D}" type="presParOf" srcId="{BD822D77-EB0A-441D-B880-BDED6B79C9E4}" destId="{925145B0-03FD-438F-81CA-BB4959D1F2CA}" srcOrd="6" destOrd="0" presId="urn:microsoft.com/office/officeart/2008/layout/LinedList"/>
    <dgm:cxn modelId="{45FE75D4-BD42-41DE-815A-2F38A46B737A}" type="presParOf" srcId="{BD822D77-EB0A-441D-B880-BDED6B79C9E4}" destId="{7F47E707-FD73-426F-BEA3-A616DF33FE35}" srcOrd="7" destOrd="0" presId="urn:microsoft.com/office/officeart/2008/layout/LinedList"/>
    <dgm:cxn modelId="{3F462638-6598-4223-80A3-8706A6B11540}" type="presParOf" srcId="{7F47E707-FD73-426F-BEA3-A616DF33FE35}" destId="{2FCAA7D7-97A4-470B-8D94-395789EFCE6E}" srcOrd="0" destOrd="0" presId="urn:microsoft.com/office/officeart/2008/layout/LinedList"/>
    <dgm:cxn modelId="{27BCEEAC-13CB-408E-83B7-B1F6CE1D7E14}" type="presParOf" srcId="{7F47E707-FD73-426F-BEA3-A616DF33FE35}" destId="{FF877B62-C570-4F0B-A158-8B9C8A5C2F7D}" srcOrd="1" destOrd="0" presId="urn:microsoft.com/office/officeart/2008/layout/LinedList"/>
    <dgm:cxn modelId="{938086E1-363D-4A92-83E7-42C37BB6984B}" type="presParOf" srcId="{BD822D77-EB0A-441D-B880-BDED6B79C9E4}" destId="{2F340823-83A9-4B52-98C6-DDC1298F2781}" srcOrd="8" destOrd="0" presId="urn:microsoft.com/office/officeart/2008/layout/LinedList"/>
    <dgm:cxn modelId="{D084C242-3099-49DF-92FE-D9ACEDAB5951}" type="presParOf" srcId="{BD822D77-EB0A-441D-B880-BDED6B79C9E4}" destId="{7F7D4495-2340-4B34-B1D2-6A0FCCC94490}" srcOrd="9" destOrd="0" presId="urn:microsoft.com/office/officeart/2008/layout/LinedList"/>
    <dgm:cxn modelId="{64AF74EC-E751-4DDE-A61E-4068320879C4}" type="presParOf" srcId="{7F7D4495-2340-4B34-B1D2-6A0FCCC94490}" destId="{40384F21-8160-49DC-9E00-74F4C67CB013}" srcOrd="0" destOrd="0" presId="urn:microsoft.com/office/officeart/2008/layout/LinedList"/>
    <dgm:cxn modelId="{58C85BE2-41DD-450E-9C44-7894E6995ECC}" type="presParOf" srcId="{7F7D4495-2340-4B34-B1D2-6A0FCCC94490}" destId="{2ECEF9C4-7D81-4940-A7D8-DB89EFD3C617}" srcOrd="1" destOrd="0" presId="urn:microsoft.com/office/officeart/2008/layout/LinedList"/>
    <dgm:cxn modelId="{5C286E3A-7D3B-4BAF-B332-489BDAB8E4C4}" type="presParOf" srcId="{BD822D77-EB0A-441D-B880-BDED6B79C9E4}" destId="{A0AE5A33-15BB-4162-B8CB-5A48B6160F0A}" srcOrd="10" destOrd="0" presId="urn:microsoft.com/office/officeart/2008/layout/LinedList"/>
    <dgm:cxn modelId="{085A658F-452D-48D9-807C-DA4FA3CAA673}" type="presParOf" srcId="{BD822D77-EB0A-441D-B880-BDED6B79C9E4}" destId="{F920FC2E-4316-43A0-A9B0-5AFFB9E6F4CD}" srcOrd="11" destOrd="0" presId="urn:microsoft.com/office/officeart/2008/layout/LinedList"/>
    <dgm:cxn modelId="{4196BCCF-B7AB-4010-915E-E0240781AC06}" type="presParOf" srcId="{F920FC2E-4316-43A0-A9B0-5AFFB9E6F4CD}" destId="{BAB6505F-7485-4866-91A0-7E33EF4F7855}" srcOrd="0" destOrd="0" presId="urn:microsoft.com/office/officeart/2008/layout/LinedList"/>
    <dgm:cxn modelId="{63A55EDA-DAD1-41ED-935B-28B6DFCE9C68}" type="presParOf" srcId="{F920FC2E-4316-43A0-A9B0-5AFFB9E6F4CD}" destId="{25E5BF79-B349-4D23-B9F0-7CCB44AF8063}" srcOrd="1" destOrd="0" presId="urn:microsoft.com/office/officeart/2008/layout/LinedList"/>
    <dgm:cxn modelId="{421CF75C-18B9-464B-8BB5-E25CCFAE42CA}" type="presParOf" srcId="{BD822D77-EB0A-441D-B880-BDED6B79C9E4}" destId="{93280E4D-9D3A-4E26-9BF1-B1CB5EA7F263}" srcOrd="12" destOrd="0" presId="urn:microsoft.com/office/officeart/2008/layout/LinedList"/>
    <dgm:cxn modelId="{825F9D6A-84C7-46CF-9486-6B5A8450B13D}" type="presParOf" srcId="{BD822D77-EB0A-441D-B880-BDED6B79C9E4}" destId="{DE755FC1-C7C3-4A44-A9DD-8A9FB868BE74}" srcOrd="13" destOrd="0" presId="urn:microsoft.com/office/officeart/2008/layout/LinedList"/>
    <dgm:cxn modelId="{998F1382-02AD-4C25-9F2B-88D5B5D544C6}" type="presParOf" srcId="{DE755FC1-C7C3-4A44-A9DD-8A9FB868BE74}" destId="{704CE238-E9C3-4F4A-B9BF-9F1DDE93C253}" srcOrd="0" destOrd="0" presId="urn:microsoft.com/office/officeart/2008/layout/LinedList"/>
    <dgm:cxn modelId="{B602009F-FEE1-4371-BAB8-DE8855366794}" type="presParOf" srcId="{DE755FC1-C7C3-4A44-A9DD-8A9FB868BE74}" destId="{A4C066EE-E3E0-448F-8506-E5584CB3FE51}" srcOrd="1" destOrd="0" presId="urn:microsoft.com/office/officeart/2008/layout/LinedList"/>
    <dgm:cxn modelId="{32AFAD5F-EE67-4151-8D73-360890992DC6}" type="presParOf" srcId="{BD822D77-EB0A-441D-B880-BDED6B79C9E4}" destId="{1899D197-4B45-4A41-8B3C-FF02F6470F65}" srcOrd="14" destOrd="0" presId="urn:microsoft.com/office/officeart/2008/layout/LinedList"/>
    <dgm:cxn modelId="{B57A0DB5-6FC0-44E4-A59F-61CAE8311A7F}" type="presParOf" srcId="{BD822D77-EB0A-441D-B880-BDED6B79C9E4}" destId="{BE44892D-C0BD-4561-9467-A2DB16CC46D6}" srcOrd="15" destOrd="0" presId="urn:microsoft.com/office/officeart/2008/layout/LinedList"/>
    <dgm:cxn modelId="{B91B99F7-610A-4569-AD33-4BC1315E2F20}" type="presParOf" srcId="{BE44892D-C0BD-4561-9467-A2DB16CC46D6}" destId="{BFEEDDAA-AE87-450A-9486-2422322B69AB}" srcOrd="0" destOrd="0" presId="urn:microsoft.com/office/officeart/2008/layout/LinedList"/>
    <dgm:cxn modelId="{3CB500D2-74B6-46E6-A5F7-AAA222F36E5E}" type="presParOf" srcId="{BE44892D-C0BD-4561-9467-A2DB16CC46D6}" destId="{CFFA604B-5EAF-43D6-B7A9-80F4CA76FEF6}" srcOrd="1" destOrd="0" presId="urn:microsoft.com/office/officeart/2008/layout/LinedList"/>
    <dgm:cxn modelId="{77BA5FC5-4598-4C04-BA66-1062498532C0}" type="presParOf" srcId="{BD822D77-EB0A-441D-B880-BDED6B79C9E4}" destId="{4E141E1A-CAF5-4C83-AFE0-A763F484D099}" srcOrd="16" destOrd="0" presId="urn:microsoft.com/office/officeart/2008/layout/LinedList"/>
    <dgm:cxn modelId="{14ADC632-0BF8-48DA-9C96-29ABFADEDF53}" type="presParOf" srcId="{BD822D77-EB0A-441D-B880-BDED6B79C9E4}" destId="{6DCF3579-79B5-4487-AFE0-1504A92AA09E}" srcOrd="17" destOrd="0" presId="urn:microsoft.com/office/officeart/2008/layout/LinedList"/>
    <dgm:cxn modelId="{E555394E-31A1-437E-9C25-0466130D75B7}" type="presParOf" srcId="{6DCF3579-79B5-4487-AFE0-1504A92AA09E}" destId="{8753782D-2D7B-4129-98AD-E224779CA418}" srcOrd="0" destOrd="0" presId="urn:microsoft.com/office/officeart/2008/layout/LinedList"/>
    <dgm:cxn modelId="{B9D22DD2-F13E-498E-879F-49478643321C}" type="presParOf" srcId="{6DCF3579-79B5-4487-AFE0-1504A92AA09E}" destId="{809030D5-60A1-45AB-B50C-1570F9223C0D}" srcOrd="1" destOrd="0" presId="urn:microsoft.com/office/officeart/2008/layout/LinedList"/>
    <dgm:cxn modelId="{5E7D12D9-9F82-425B-B461-4906BE15EFE8}" type="presParOf" srcId="{BD822D77-EB0A-441D-B880-BDED6B79C9E4}" destId="{E530BCF8-F0B7-442F-ADD2-B5ACA85ED850}" srcOrd="18" destOrd="0" presId="urn:microsoft.com/office/officeart/2008/layout/LinedList"/>
    <dgm:cxn modelId="{45936DAA-A9DE-4313-B35B-D63B05B9EC61}" type="presParOf" srcId="{BD822D77-EB0A-441D-B880-BDED6B79C9E4}" destId="{5844F026-4ED6-4A7C-AC9F-121E44C928A8}" srcOrd="19" destOrd="0" presId="urn:microsoft.com/office/officeart/2008/layout/LinedList"/>
    <dgm:cxn modelId="{099443AC-5828-425A-8C45-932E0FEA4FDC}" type="presParOf" srcId="{5844F026-4ED6-4A7C-AC9F-121E44C928A8}" destId="{1F499224-4B5C-41F0-9EFC-1520E4637FF1}" srcOrd="0" destOrd="0" presId="urn:microsoft.com/office/officeart/2008/layout/LinedList"/>
    <dgm:cxn modelId="{B9C0025F-22A8-4D46-83C8-FB205A16C31E}" type="presParOf" srcId="{5844F026-4ED6-4A7C-AC9F-121E44C928A8}" destId="{1F0679D6-8F3E-43B4-86FD-E58E9C024EE8}" srcOrd="1" destOrd="0" presId="urn:microsoft.com/office/officeart/2008/layout/LinedList"/>
    <dgm:cxn modelId="{FC681DA7-E42C-49F2-AB88-AAA04AA719E6}" type="presParOf" srcId="{BD822D77-EB0A-441D-B880-BDED6B79C9E4}" destId="{3F00FB0A-FBB7-4CE7-AB9C-259E61A21B11}" srcOrd="20" destOrd="0" presId="urn:microsoft.com/office/officeart/2008/layout/LinedList"/>
    <dgm:cxn modelId="{B519B49A-422B-41E9-9489-765449EE7780}" type="presParOf" srcId="{BD822D77-EB0A-441D-B880-BDED6B79C9E4}" destId="{1F804A82-ECAE-415D-9304-9364C6C898FE}" srcOrd="21" destOrd="0" presId="urn:microsoft.com/office/officeart/2008/layout/LinedList"/>
    <dgm:cxn modelId="{F2EA0B45-F73A-45B1-A5C2-EB11C14E0E90}" type="presParOf" srcId="{1F804A82-ECAE-415D-9304-9364C6C898FE}" destId="{9222DFA0-660F-42CF-AA23-EB4B5A12301C}" srcOrd="0" destOrd="0" presId="urn:microsoft.com/office/officeart/2008/layout/LinedList"/>
    <dgm:cxn modelId="{DD03957B-D16C-4C6C-94F6-4E8B5B669593}" type="presParOf" srcId="{1F804A82-ECAE-415D-9304-9364C6C898FE}" destId="{003DA1F8-846C-4D96-BCDA-0904AC5B9DE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F55F0-1A95-4FD4-B0BF-F03908486F88}">
      <dsp:nvSpPr>
        <dsp:cNvPr id="0" name=""/>
        <dsp:cNvSpPr/>
      </dsp:nvSpPr>
      <dsp:spPr>
        <a:xfrm>
          <a:off x="0" y="600"/>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22B8F-FE52-4D03-9C9A-03B9892F59C2}">
      <dsp:nvSpPr>
        <dsp:cNvPr id="0" name=""/>
        <dsp:cNvSpPr/>
      </dsp:nvSpPr>
      <dsp:spPr>
        <a:xfrm>
          <a:off x="0" y="600"/>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The global transportation sector accounts for nearly </a:t>
          </a:r>
          <a:r>
            <a:rPr lang="en-US" sz="1100" b="1" kern="1200"/>
            <a:t>24% of CO₂ emissions</a:t>
          </a:r>
          <a:r>
            <a:rPr lang="en-US" sz="1100" kern="1200"/>
            <a:t>, with heavy-duty trucks being a major contributor (International Energy Agency). Inefficient driving patterns—especially frequent acceleration and braking—significantly increase fuel consumption.</a:t>
          </a:r>
        </a:p>
      </dsp:txBody>
      <dsp:txXfrm>
        <a:off x="0" y="600"/>
        <a:ext cx="6024561" cy="546495"/>
      </dsp:txXfrm>
    </dsp:sp>
    <dsp:sp modelId="{4FC2F883-D493-4E84-ADC2-966E0B1653B7}">
      <dsp:nvSpPr>
        <dsp:cNvPr id="0" name=""/>
        <dsp:cNvSpPr/>
      </dsp:nvSpPr>
      <dsp:spPr>
        <a:xfrm>
          <a:off x="0" y="547096"/>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44CFE6-D013-4EA2-8CC5-C7284D6EFF69}">
      <dsp:nvSpPr>
        <dsp:cNvPr id="0" name=""/>
        <dsp:cNvSpPr/>
      </dsp:nvSpPr>
      <dsp:spPr>
        <a:xfrm>
          <a:off x="0" y="547096"/>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Conventional navigation systems (e.g., Google Maps) optimize:</a:t>
          </a:r>
        </a:p>
      </dsp:txBody>
      <dsp:txXfrm>
        <a:off x="0" y="547096"/>
        <a:ext cx="6024561" cy="546495"/>
      </dsp:txXfrm>
    </dsp:sp>
    <dsp:sp modelId="{21085C30-7039-4D02-84C1-0D04C90B1011}">
      <dsp:nvSpPr>
        <dsp:cNvPr id="0" name=""/>
        <dsp:cNvSpPr/>
      </dsp:nvSpPr>
      <dsp:spPr>
        <a:xfrm>
          <a:off x="0" y="1093591"/>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F2C7B6-0D3F-4020-9642-47975EF3701A}">
      <dsp:nvSpPr>
        <dsp:cNvPr id="0" name=""/>
        <dsp:cNvSpPr/>
      </dsp:nvSpPr>
      <dsp:spPr>
        <a:xfrm>
          <a:off x="0" y="1093591"/>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Shortest path </a:t>
          </a:r>
        </a:p>
      </dsp:txBody>
      <dsp:txXfrm>
        <a:off x="0" y="1093591"/>
        <a:ext cx="6024561" cy="546495"/>
      </dsp:txXfrm>
    </dsp:sp>
    <dsp:sp modelId="{AC8C0CCF-D626-495F-A193-BE61B685ED28}">
      <dsp:nvSpPr>
        <dsp:cNvPr id="0" name=""/>
        <dsp:cNvSpPr/>
      </dsp:nvSpPr>
      <dsp:spPr>
        <a:xfrm>
          <a:off x="0" y="1640087"/>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A6376F-649E-4989-B530-D3BCF63AF604}">
      <dsp:nvSpPr>
        <dsp:cNvPr id="0" name=""/>
        <dsp:cNvSpPr/>
      </dsp:nvSpPr>
      <dsp:spPr>
        <a:xfrm>
          <a:off x="0" y="1640087"/>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Fastest route </a:t>
          </a:r>
        </a:p>
      </dsp:txBody>
      <dsp:txXfrm>
        <a:off x="0" y="1640087"/>
        <a:ext cx="6024561" cy="546495"/>
      </dsp:txXfrm>
    </dsp:sp>
    <dsp:sp modelId="{30161A9A-6E82-4CE6-9BDF-9670892CCC58}">
      <dsp:nvSpPr>
        <dsp:cNvPr id="0" name=""/>
        <dsp:cNvSpPr/>
      </dsp:nvSpPr>
      <dsp:spPr>
        <a:xfrm>
          <a:off x="0" y="2186583"/>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66EFB-A8D6-4360-B109-C336DE1AF7F7}">
      <dsp:nvSpPr>
        <dsp:cNvPr id="0" name=""/>
        <dsp:cNvSpPr/>
      </dsp:nvSpPr>
      <dsp:spPr>
        <a:xfrm>
          <a:off x="0" y="2186583"/>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dirty="0"/>
            <a:t>However, they ignore:</a:t>
          </a:r>
        </a:p>
      </dsp:txBody>
      <dsp:txXfrm>
        <a:off x="0" y="2186583"/>
        <a:ext cx="6024561" cy="546495"/>
      </dsp:txXfrm>
    </dsp:sp>
    <dsp:sp modelId="{D766AE11-F73C-4F5F-9B7B-CE25F35DA288}">
      <dsp:nvSpPr>
        <dsp:cNvPr id="0" name=""/>
        <dsp:cNvSpPr/>
      </dsp:nvSpPr>
      <dsp:spPr>
        <a:xfrm>
          <a:off x="0" y="2733078"/>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CE0643-107C-44D1-9FFD-E695E8E610D7}">
      <dsp:nvSpPr>
        <dsp:cNvPr id="0" name=""/>
        <dsp:cNvSpPr/>
      </dsp:nvSpPr>
      <dsp:spPr>
        <a:xfrm>
          <a:off x="0" y="2733078"/>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Stop-and-go traffic patterns </a:t>
          </a:r>
        </a:p>
      </dsp:txBody>
      <dsp:txXfrm>
        <a:off x="0" y="2733078"/>
        <a:ext cx="6024561" cy="546495"/>
      </dsp:txXfrm>
    </dsp:sp>
    <dsp:sp modelId="{A1472E3B-B44F-40AB-8EC3-DAFD938445E1}">
      <dsp:nvSpPr>
        <dsp:cNvPr id="0" name=""/>
        <dsp:cNvSpPr/>
      </dsp:nvSpPr>
      <dsp:spPr>
        <a:xfrm>
          <a:off x="0" y="3279574"/>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71E8D-4BB4-4D1B-B786-143DA89D738A}">
      <dsp:nvSpPr>
        <dsp:cNvPr id="0" name=""/>
        <dsp:cNvSpPr/>
      </dsp:nvSpPr>
      <dsp:spPr>
        <a:xfrm>
          <a:off x="0" y="3279574"/>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Road elevation </a:t>
          </a:r>
        </a:p>
      </dsp:txBody>
      <dsp:txXfrm>
        <a:off x="0" y="3279574"/>
        <a:ext cx="6024561" cy="546495"/>
      </dsp:txXfrm>
    </dsp:sp>
    <dsp:sp modelId="{2F06586E-CEE8-4489-A7CC-EFBD94808A53}">
      <dsp:nvSpPr>
        <dsp:cNvPr id="0" name=""/>
        <dsp:cNvSpPr/>
      </dsp:nvSpPr>
      <dsp:spPr>
        <a:xfrm>
          <a:off x="0" y="3826070"/>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1B3E92-DAA6-4683-AD81-304B21A3CC56}">
      <dsp:nvSpPr>
        <dsp:cNvPr id="0" name=""/>
        <dsp:cNvSpPr/>
      </dsp:nvSpPr>
      <dsp:spPr>
        <a:xfrm>
          <a:off x="0" y="3826070"/>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just" defTabSz="622300">
            <a:lnSpc>
              <a:spcPct val="90000"/>
            </a:lnSpc>
            <a:spcBef>
              <a:spcPct val="0"/>
            </a:spcBef>
            <a:spcAft>
              <a:spcPct val="35000"/>
            </a:spcAft>
            <a:buNone/>
          </a:pPr>
          <a:r>
            <a:rPr lang="en-US" sz="1400" kern="1200" dirty="0"/>
            <a:t>Driver braking behavior </a:t>
          </a:r>
        </a:p>
      </dsp:txBody>
      <dsp:txXfrm>
        <a:off x="0" y="3826070"/>
        <a:ext cx="6024561" cy="546495"/>
      </dsp:txXfrm>
    </dsp:sp>
    <dsp:sp modelId="{43DC0CE6-FFE0-4475-ACEF-15C9370BC276}">
      <dsp:nvSpPr>
        <dsp:cNvPr id="0" name=""/>
        <dsp:cNvSpPr/>
      </dsp:nvSpPr>
      <dsp:spPr>
        <a:xfrm>
          <a:off x="0" y="4372565"/>
          <a:ext cx="6024561"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5B2AD-3455-4AB2-B3BB-C0DDFF6A589E}">
      <dsp:nvSpPr>
        <dsp:cNvPr id="0" name=""/>
        <dsp:cNvSpPr/>
      </dsp:nvSpPr>
      <dsp:spPr>
        <a:xfrm>
          <a:off x="0" y="4372565"/>
          <a:ext cx="6024561" cy="546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This project introduces </a:t>
          </a:r>
          <a:r>
            <a:rPr lang="en-US" sz="1100" b="1" kern="1200"/>
            <a:t>brake-minimization as a routing parameter</a:t>
          </a:r>
          <a:r>
            <a:rPr lang="en-US" sz="1100" kern="1200"/>
            <a:t>, leveraging AI for smarter route decisions.</a:t>
          </a:r>
        </a:p>
      </dsp:txBody>
      <dsp:txXfrm>
        <a:off x="0" y="4372565"/>
        <a:ext cx="6024561" cy="5464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5842AD-E317-49E8-90F0-06AA9C41FF71}">
      <dsp:nvSpPr>
        <dsp:cNvPr id="0" name=""/>
        <dsp:cNvSpPr/>
      </dsp:nvSpPr>
      <dsp:spPr>
        <a:xfrm>
          <a:off x="3232" y="408313"/>
          <a:ext cx="1750431" cy="245060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470" tIns="330200" rIns="136470" bIns="330200" numCol="1" spcCol="1270" anchor="t" anchorCtr="0">
          <a:noAutofit/>
        </a:bodyPr>
        <a:lstStyle/>
        <a:p>
          <a:pPr marL="0" lvl="0" indent="0" algn="l" defTabSz="622300">
            <a:lnSpc>
              <a:spcPct val="90000"/>
            </a:lnSpc>
            <a:spcBef>
              <a:spcPct val="0"/>
            </a:spcBef>
            <a:spcAft>
              <a:spcPct val="35000"/>
            </a:spcAft>
            <a:buNone/>
          </a:pPr>
          <a:r>
            <a:rPr lang="en-US" sz="1400" b="0" i="0" kern="1200" baseline="0"/>
            <a:t>Develop an AI model to predict braking events along routes </a:t>
          </a:r>
          <a:endParaRPr lang="en-US" sz="1400" kern="1200"/>
        </a:p>
      </dsp:txBody>
      <dsp:txXfrm>
        <a:off x="3232" y="1339542"/>
        <a:ext cx="1750431" cy="1470362"/>
      </dsp:txXfrm>
    </dsp:sp>
    <dsp:sp modelId="{B8A2405D-CD18-4344-8839-6D4261FDADA1}">
      <dsp:nvSpPr>
        <dsp:cNvPr id="0" name=""/>
        <dsp:cNvSpPr/>
      </dsp:nvSpPr>
      <dsp:spPr>
        <a:xfrm>
          <a:off x="510858" y="653373"/>
          <a:ext cx="735181" cy="73518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18" tIns="12700" rIns="57318" bIns="12700" numCol="1" spcCol="1270" anchor="ctr" anchorCtr="0">
          <a:noAutofit/>
        </a:bodyPr>
        <a:lstStyle/>
        <a:p>
          <a:pPr marL="0" lvl="0" indent="0" algn="ctr" defTabSz="1600200">
            <a:lnSpc>
              <a:spcPct val="90000"/>
            </a:lnSpc>
            <a:spcBef>
              <a:spcPct val="0"/>
            </a:spcBef>
            <a:spcAft>
              <a:spcPct val="35000"/>
            </a:spcAft>
            <a:buNone/>
          </a:pPr>
          <a:r>
            <a:rPr lang="en-US" sz="3600" kern="1200"/>
            <a:t>1</a:t>
          </a:r>
        </a:p>
      </dsp:txBody>
      <dsp:txXfrm>
        <a:off x="618523" y="761038"/>
        <a:ext cx="519851" cy="519851"/>
      </dsp:txXfrm>
    </dsp:sp>
    <dsp:sp modelId="{870DDB14-6E84-4D9C-8321-91DB8E561776}">
      <dsp:nvSpPr>
        <dsp:cNvPr id="0" name=""/>
        <dsp:cNvSpPr/>
      </dsp:nvSpPr>
      <dsp:spPr>
        <a:xfrm>
          <a:off x="3232" y="2858844"/>
          <a:ext cx="1750431" cy="72"/>
        </a:xfrm>
        <a:prstGeom prst="rect">
          <a:avLst/>
        </a:prstGeom>
        <a:solidFill>
          <a:schemeClr val="accent2">
            <a:hueOff val="120252"/>
            <a:satOff val="117"/>
            <a:lumOff val="-545"/>
            <a:alphaOff val="0"/>
          </a:schemeClr>
        </a:solidFill>
        <a:ln w="12700" cap="flat" cmpd="sng" algn="ctr">
          <a:solidFill>
            <a:schemeClr val="accent2">
              <a:hueOff val="120252"/>
              <a:satOff val="117"/>
              <a:lumOff val="-5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BFD4DE-BD61-4FD8-BB5D-D0C6EF4EA3AC}">
      <dsp:nvSpPr>
        <dsp:cNvPr id="0" name=""/>
        <dsp:cNvSpPr/>
      </dsp:nvSpPr>
      <dsp:spPr>
        <a:xfrm>
          <a:off x="1928707" y="408313"/>
          <a:ext cx="1750431" cy="2450603"/>
        </a:xfrm>
        <a:prstGeom prst="rect">
          <a:avLst/>
        </a:prstGeom>
        <a:solidFill>
          <a:schemeClr val="accent2">
            <a:tint val="40000"/>
            <a:alpha val="90000"/>
            <a:hueOff val="220769"/>
            <a:satOff val="-220"/>
            <a:lumOff val="-229"/>
            <a:alphaOff val="0"/>
          </a:schemeClr>
        </a:solidFill>
        <a:ln w="12700" cap="flat" cmpd="sng" algn="ctr">
          <a:solidFill>
            <a:schemeClr val="accent2">
              <a:tint val="40000"/>
              <a:alpha val="90000"/>
              <a:hueOff val="220769"/>
              <a:satOff val="-220"/>
              <a:lumOff val="-22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470" tIns="330200" rIns="136470" bIns="330200" numCol="1" spcCol="1270" anchor="t" anchorCtr="0">
          <a:noAutofit/>
        </a:bodyPr>
        <a:lstStyle/>
        <a:p>
          <a:pPr marL="0" lvl="0" indent="0" algn="l" defTabSz="622300">
            <a:lnSpc>
              <a:spcPct val="90000"/>
            </a:lnSpc>
            <a:spcBef>
              <a:spcPct val="0"/>
            </a:spcBef>
            <a:spcAft>
              <a:spcPct val="35000"/>
            </a:spcAft>
            <a:buNone/>
          </a:pPr>
          <a:r>
            <a:rPr lang="en-US" sz="1400" b="0" i="0" kern="1200" baseline="0"/>
            <a:t>Optimize route selection using braking frequency </a:t>
          </a:r>
          <a:endParaRPr lang="en-US" sz="1400" kern="1200"/>
        </a:p>
      </dsp:txBody>
      <dsp:txXfrm>
        <a:off x="1928707" y="1339542"/>
        <a:ext cx="1750431" cy="1470362"/>
      </dsp:txXfrm>
    </dsp:sp>
    <dsp:sp modelId="{4C259930-4BD5-4E5A-9C00-6B9320574628}">
      <dsp:nvSpPr>
        <dsp:cNvPr id="0" name=""/>
        <dsp:cNvSpPr/>
      </dsp:nvSpPr>
      <dsp:spPr>
        <a:xfrm>
          <a:off x="2436332" y="653373"/>
          <a:ext cx="735181" cy="735181"/>
        </a:xfrm>
        <a:prstGeom prst="ellipse">
          <a:avLst/>
        </a:prstGeom>
        <a:solidFill>
          <a:schemeClr val="accent2">
            <a:hueOff val="240503"/>
            <a:satOff val="233"/>
            <a:lumOff val="-1089"/>
            <a:alphaOff val="0"/>
          </a:schemeClr>
        </a:solidFill>
        <a:ln w="12700" cap="flat" cmpd="sng" algn="ctr">
          <a:solidFill>
            <a:schemeClr val="accent2">
              <a:hueOff val="240503"/>
              <a:satOff val="233"/>
              <a:lumOff val="-10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18" tIns="12700" rIns="57318" bIns="12700" numCol="1" spcCol="1270" anchor="ctr" anchorCtr="0">
          <a:noAutofit/>
        </a:bodyPr>
        <a:lstStyle/>
        <a:p>
          <a:pPr marL="0" lvl="0" indent="0" algn="ctr" defTabSz="1600200">
            <a:lnSpc>
              <a:spcPct val="90000"/>
            </a:lnSpc>
            <a:spcBef>
              <a:spcPct val="0"/>
            </a:spcBef>
            <a:spcAft>
              <a:spcPct val="35000"/>
            </a:spcAft>
            <a:buNone/>
          </a:pPr>
          <a:r>
            <a:rPr lang="en-US" sz="3600" kern="1200"/>
            <a:t>2</a:t>
          </a:r>
        </a:p>
      </dsp:txBody>
      <dsp:txXfrm>
        <a:off x="2543997" y="761038"/>
        <a:ext cx="519851" cy="519851"/>
      </dsp:txXfrm>
    </dsp:sp>
    <dsp:sp modelId="{BAC2D2C3-A1A2-45CD-8F2C-A1C5580186D6}">
      <dsp:nvSpPr>
        <dsp:cNvPr id="0" name=""/>
        <dsp:cNvSpPr/>
      </dsp:nvSpPr>
      <dsp:spPr>
        <a:xfrm>
          <a:off x="1928707" y="2858844"/>
          <a:ext cx="1750431" cy="72"/>
        </a:xfrm>
        <a:prstGeom prst="rect">
          <a:avLst/>
        </a:prstGeom>
        <a:solidFill>
          <a:schemeClr val="accent2">
            <a:hueOff val="360755"/>
            <a:satOff val="350"/>
            <a:lumOff val="-1634"/>
            <a:alphaOff val="0"/>
          </a:schemeClr>
        </a:solidFill>
        <a:ln w="12700" cap="flat" cmpd="sng" algn="ctr">
          <a:solidFill>
            <a:schemeClr val="accent2">
              <a:hueOff val="360755"/>
              <a:satOff val="350"/>
              <a:lumOff val="-16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FB5BE1-F6A1-4646-922E-62A033C596FB}">
      <dsp:nvSpPr>
        <dsp:cNvPr id="0" name=""/>
        <dsp:cNvSpPr/>
      </dsp:nvSpPr>
      <dsp:spPr>
        <a:xfrm>
          <a:off x="3854181" y="408313"/>
          <a:ext cx="1750431" cy="2450603"/>
        </a:xfrm>
        <a:prstGeom prst="rect">
          <a:avLst/>
        </a:prstGeom>
        <a:solidFill>
          <a:schemeClr val="accent2">
            <a:tint val="40000"/>
            <a:alpha val="90000"/>
            <a:hueOff val="441538"/>
            <a:satOff val="-439"/>
            <a:lumOff val="-458"/>
            <a:alphaOff val="0"/>
          </a:schemeClr>
        </a:solidFill>
        <a:ln w="12700" cap="flat" cmpd="sng" algn="ctr">
          <a:solidFill>
            <a:schemeClr val="accent2">
              <a:tint val="40000"/>
              <a:alpha val="90000"/>
              <a:hueOff val="441538"/>
              <a:satOff val="-439"/>
              <a:lumOff val="-4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470" tIns="330200" rIns="136470" bIns="330200" numCol="1" spcCol="1270" anchor="t" anchorCtr="0">
          <a:noAutofit/>
        </a:bodyPr>
        <a:lstStyle/>
        <a:p>
          <a:pPr marL="0" lvl="0" indent="0" algn="l" defTabSz="622300">
            <a:lnSpc>
              <a:spcPct val="90000"/>
            </a:lnSpc>
            <a:spcBef>
              <a:spcPct val="0"/>
            </a:spcBef>
            <a:spcAft>
              <a:spcPct val="35000"/>
            </a:spcAft>
            <a:buNone/>
          </a:pPr>
          <a:r>
            <a:rPr lang="en-US" sz="1400" b="0" i="0" kern="1200" baseline="0"/>
            <a:t>Reduce fuel consumption by 5–15% </a:t>
          </a:r>
          <a:endParaRPr lang="en-US" sz="1400" kern="1200"/>
        </a:p>
      </dsp:txBody>
      <dsp:txXfrm>
        <a:off x="3854181" y="1339542"/>
        <a:ext cx="1750431" cy="1470362"/>
      </dsp:txXfrm>
    </dsp:sp>
    <dsp:sp modelId="{09961F4E-5F12-41EB-BE57-287877E2E028}">
      <dsp:nvSpPr>
        <dsp:cNvPr id="0" name=""/>
        <dsp:cNvSpPr/>
      </dsp:nvSpPr>
      <dsp:spPr>
        <a:xfrm>
          <a:off x="4361806" y="653373"/>
          <a:ext cx="735181" cy="735181"/>
        </a:xfrm>
        <a:prstGeom prst="ellipse">
          <a:avLst/>
        </a:prstGeom>
        <a:solidFill>
          <a:schemeClr val="accent2">
            <a:hueOff val="481007"/>
            <a:satOff val="466"/>
            <a:lumOff val="-2179"/>
            <a:alphaOff val="0"/>
          </a:schemeClr>
        </a:solidFill>
        <a:ln w="12700" cap="flat" cmpd="sng" algn="ctr">
          <a:solidFill>
            <a:schemeClr val="accent2">
              <a:hueOff val="481007"/>
              <a:satOff val="466"/>
              <a:lumOff val="-21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18" tIns="12700" rIns="57318" bIns="12700" numCol="1" spcCol="1270" anchor="ctr" anchorCtr="0">
          <a:noAutofit/>
        </a:bodyPr>
        <a:lstStyle/>
        <a:p>
          <a:pPr marL="0" lvl="0" indent="0" algn="ctr" defTabSz="1600200">
            <a:lnSpc>
              <a:spcPct val="90000"/>
            </a:lnSpc>
            <a:spcBef>
              <a:spcPct val="0"/>
            </a:spcBef>
            <a:spcAft>
              <a:spcPct val="35000"/>
            </a:spcAft>
            <a:buNone/>
          </a:pPr>
          <a:r>
            <a:rPr lang="en-US" sz="3600" kern="1200"/>
            <a:t>3</a:t>
          </a:r>
        </a:p>
      </dsp:txBody>
      <dsp:txXfrm>
        <a:off x="4469471" y="761038"/>
        <a:ext cx="519851" cy="519851"/>
      </dsp:txXfrm>
    </dsp:sp>
    <dsp:sp modelId="{7894E908-1390-4064-89FA-30D927D7057A}">
      <dsp:nvSpPr>
        <dsp:cNvPr id="0" name=""/>
        <dsp:cNvSpPr/>
      </dsp:nvSpPr>
      <dsp:spPr>
        <a:xfrm>
          <a:off x="3854181" y="2858844"/>
          <a:ext cx="1750431" cy="72"/>
        </a:xfrm>
        <a:prstGeom prst="rect">
          <a:avLst/>
        </a:prstGeom>
        <a:solidFill>
          <a:schemeClr val="accent2">
            <a:hueOff val="601258"/>
            <a:satOff val="583"/>
            <a:lumOff val="-2723"/>
            <a:alphaOff val="0"/>
          </a:schemeClr>
        </a:solidFill>
        <a:ln w="12700" cap="flat" cmpd="sng" algn="ctr">
          <a:solidFill>
            <a:schemeClr val="accent2">
              <a:hueOff val="601258"/>
              <a:satOff val="583"/>
              <a:lumOff val="-2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DF873D-B898-4F2F-BC18-4A133DF19C94}">
      <dsp:nvSpPr>
        <dsp:cNvPr id="0" name=""/>
        <dsp:cNvSpPr/>
      </dsp:nvSpPr>
      <dsp:spPr>
        <a:xfrm>
          <a:off x="5779655" y="408313"/>
          <a:ext cx="1750431" cy="2450603"/>
        </a:xfrm>
        <a:prstGeom prst="rect">
          <a:avLst/>
        </a:prstGeom>
        <a:solidFill>
          <a:schemeClr val="accent2">
            <a:tint val="40000"/>
            <a:alpha val="90000"/>
            <a:hueOff val="662306"/>
            <a:satOff val="-659"/>
            <a:lumOff val="-687"/>
            <a:alphaOff val="0"/>
          </a:schemeClr>
        </a:solidFill>
        <a:ln w="12700" cap="flat" cmpd="sng" algn="ctr">
          <a:solidFill>
            <a:schemeClr val="accent2">
              <a:tint val="40000"/>
              <a:alpha val="90000"/>
              <a:hueOff val="662306"/>
              <a:satOff val="-659"/>
              <a:lumOff val="-68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470" tIns="330200" rIns="136470" bIns="330200" numCol="1" spcCol="1270" anchor="t" anchorCtr="0">
          <a:noAutofit/>
        </a:bodyPr>
        <a:lstStyle/>
        <a:p>
          <a:pPr marL="0" lvl="0" indent="0" algn="l" defTabSz="622300">
            <a:lnSpc>
              <a:spcPct val="90000"/>
            </a:lnSpc>
            <a:spcBef>
              <a:spcPct val="0"/>
            </a:spcBef>
            <a:spcAft>
              <a:spcPct val="35000"/>
            </a:spcAft>
            <a:buNone/>
          </a:pPr>
          <a:r>
            <a:rPr lang="en-US" sz="1400" b="0" i="0" kern="1200" baseline="0"/>
            <a:t>Minimize CO₂ and NOx emissions </a:t>
          </a:r>
          <a:endParaRPr lang="en-US" sz="1400" kern="1200"/>
        </a:p>
      </dsp:txBody>
      <dsp:txXfrm>
        <a:off x="5779655" y="1339542"/>
        <a:ext cx="1750431" cy="1470362"/>
      </dsp:txXfrm>
    </dsp:sp>
    <dsp:sp modelId="{A1BFCFF8-E868-4A44-A0BE-4AAF4004B694}">
      <dsp:nvSpPr>
        <dsp:cNvPr id="0" name=""/>
        <dsp:cNvSpPr/>
      </dsp:nvSpPr>
      <dsp:spPr>
        <a:xfrm>
          <a:off x="6287280" y="653373"/>
          <a:ext cx="735181" cy="735181"/>
        </a:xfrm>
        <a:prstGeom prst="ellipse">
          <a:avLst/>
        </a:prstGeom>
        <a:solidFill>
          <a:schemeClr val="accent2">
            <a:hueOff val="721510"/>
            <a:satOff val="699"/>
            <a:lumOff val="-3268"/>
            <a:alphaOff val="0"/>
          </a:schemeClr>
        </a:solidFill>
        <a:ln w="12700" cap="flat" cmpd="sng" algn="ctr">
          <a:solidFill>
            <a:schemeClr val="accent2">
              <a:hueOff val="721510"/>
              <a:satOff val="699"/>
              <a:lumOff val="-32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18" tIns="12700" rIns="57318" bIns="12700" numCol="1" spcCol="1270" anchor="ctr" anchorCtr="0">
          <a:noAutofit/>
        </a:bodyPr>
        <a:lstStyle/>
        <a:p>
          <a:pPr marL="0" lvl="0" indent="0" algn="ctr" defTabSz="1600200">
            <a:lnSpc>
              <a:spcPct val="90000"/>
            </a:lnSpc>
            <a:spcBef>
              <a:spcPct val="0"/>
            </a:spcBef>
            <a:spcAft>
              <a:spcPct val="35000"/>
            </a:spcAft>
            <a:buNone/>
          </a:pPr>
          <a:r>
            <a:rPr lang="en-US" sz="3600" kern="1200"/>
            <a:t>4</a:t>
          </a:r>
        </a:p>
      </dsp:txBody>
      <dsp:txXfrm>
        <a:off x="6394945" y="761038"/>
        <a:ext cx="519851" cy="519851"/>
      </dsp:txXfrm>
    </dsp:sp>
    <dsp:sp modelId="{79AF647E-C962-4405-90E8-2B6FA90B4936}">
      <dsp:nvSpPr>
        <dsp:cNvPr id="0" name=""/>
        <dsp:cNvSpPr/>
      </dsp:nvSpPr>
      <dsp:spPr>
        <a:xfrm>
          <a:off x="5779655" y="2858844"/>
          <a:ext cx="1750431" cy="72"/>
        </a:xfrm>
        <a:prstGeom prst="rect">
          <a:avLst/>
        </a:prstGeom>
        <a:solidFill>
          <a:schemeClr val="accent2">
            <a:hueOff val="841762"/>
            <a:satOff val="816"/>
            <a:lumOff val="-3813"/>
            <a:alphaOff val="0"/>
          </a:schemeClr>
        </a:solidFill>
        <a:ln w="12700" cap="flat" cmpd="sng" algn="ctr">
          <a:solidFill>
            <a:schemeClr val="accent2">
              <a:hueOff val="841762"/>
              <a:satOff val="816"/>
              <a:lumOff val="-38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41E302-F4DD-489A-8B28-2AADE8A5EA26}">
      <dsp:nvSpPr>
        <dsp:cNvPr id="0" name=""/>
        <dsp:cNvSpPr/>
      </dsp:nvSpPr>
      <dsp:spPr>
        <a:xfrm>
          <a:off x="7705129" y="408313"/>
          <a:ext cx="1750431" cy="2450603"/>
        </a:xfrm>
        <a:prstGeom prst="rect">
          <a:avLst/>
        </a:prstGeom>
        <a:solidFill>
          <a:schemeClr val="accent2">
            <a:tint val="40000"/>
            <a:alpha val="90000"/>
            <a:hueOff val="883075"/>
            <a:satOff val="-878"/>
            <a:lumOff val="-916"/>
            <a:alphaOff val="0"/>
          </a:schemeClr>
        </a:solidFill>
        <a:ln w="12700" cap="flat" cmpd="sng" algn="ctr">
          <a:solidFill>
            <a:schemeClr val="accent2">
              <a:tint val="40000"/>
              <a:alpha val="90000"/>
              <a:hueOff val="883075"/>
              <a:satOff val="-878"/>
              <a:lumOff val="-91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6470" tIns="330200" rIns="136470" bIns="330200" numCol="1" spcCol="1270" anchor="t" anchorCtr="0">
          <a:noAutofit/>
        </a:bodyPr>
        <a:lstStyle/>
        <a:p>
          <a:pPr marL="0" lvl="0" indent="0" algn="l" defTabSz="622300">
            <a:lnSpc>
              <a:spcPct val="90000"/>
            </a:lnSpc>
            <a:spcBef>
              <a:spcPct val="0"/>
            </a:spcBef>
            <a:spcAft>
              <a:spcPct val="35000"/>
            </a:spcAft>
            <a:buNone/>
          </a:pPr>
          <a:r>
            <a:rPr lang="en-US" sz="1400" b="0" i="0" kern="1200" baseline="0"/>
            <a:t>Improve driver comfort and vehicle lifespan </a:t>
          </a:r>
          <a:endParaRPr lang="en-US" sz="1400" kern="1200"/>
        </a:p>
      </dsp:txBody>
      <dsp:txXfrm>
        <a:off x="7705129" y="1339542"/>
        <a:ext cx="1750431" cy="1470362"/>
      </dsp:txXfrm>
    </dsp:sp>
    <dsp:sp modelId="{153A8494-771D-4B67-A30A-CCE45AC1AB89}">
      <dsp:nvSpPr>
        <dsp:cNvPr id="0" name=""/>
        <dsp:cNvSpPr/>
      </dsp:nvSpPr>
      <dsp:spPr>
        <a:xfrm>
          <a:off x="8212754" y="653373"/>
          <a:ext cx="735181" cy="735181"/>
        </a:xfrm>
        <a:prstGeom prst="ellipse">
          <a:avLst/>
        </a:prstGeom>
        <a:solidFill>
          <a:schemeClr val="accent2">
            <a:hueOff val="962013"/>
            <a:satOff val="932"/>
            <a:lumOff val="-4357"/>
            <a:alphaOff val="0"/>
          </a:schemeClr>
        </a:solidFill>
        <a:ln w="12700" cap="flat" cmpd="sng" algn="ctr">
          <a:solidFill>
            <a:schemeClr val="accent2">
              <a:hueOff val="962013"/>
              <a:satOff val="932"/>
              <a:lumOff val="-43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318" tIns="12700" rIns="57318" bIns="12700" numCol="1" spcCol="1270" anchor="ctr" anchorCtr="0">
          <a:noAutofit/>
        </a:bodyPr>
        <a:lstStyle/>
        <a:p>
          <a:pPr marL="0" lvl="0" indent="0" algn="ctr" defTabSz="1600200">
            <a:lnSpc>
              <a:spcPct val="90000"/>
            </a:lnSpc>
            <a:spcBef>
              <a:spcPct val="0"/>
            </a:spcBef>
            <a:spcAft>
              <a:spcPct val="35000"/>
            </a:spcAft>
            <a:buNone/>
          </a:pPr>
          <a:r>
            <a:rPr lang="en-US" sz="3600" kern="1200"/>
            <a:t>5</a:t>
          </a:r>
        </a:p>
      </dsp:txBody>
      <dsp:txXfrm>
        <a:off x="8320419" y="761038"/>
        <a:ext cx="519851" cy="519851"/>
      </dsp:txXfrm>
    </dsp:sp>
    <dsp:sp modelId="{FCC330FC-DF90-492A-9326-721B8DA3582F}">
      <dsp:nvSpPr>
        <dsp:cNvPr id="0" name=""/>
        <dsp:cNvSpPr/>
      </dsp:nvSpPr>
      <dsp:spPr>
        <a:xfrm>
          <a:off x="7705129" y="2858844"/>
          <a:ext cx="1750431" cy="72"/>
        </a:xfrm>
        <a:prstGeom prst="rect">
          <a:avLst/>
        </a:prstGeom>
        <a:solidFill>
          <a:schemeClr val="accent2">
            <a:hueOff val="1082265"/>
            <a:satOff val="1049"/>
            <a:lumOff val="-4902"/>
            <a:alphaOff val="0"/>
          </a:schemeClr>
        </a:solidFill>
        <a:ln w="12700" cap="flat" cmpd="sng" algn="ctr">
          <a:solidFill>
            <a:schemeClr val="accent2">
              <a:hueOff val="1082265"/>
              <a:satOff val="1049"/>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0FF1B-D188-46ED-8EAA-BEB3874AA97E}">
      <dsp:nvSpPr>
        <dsp:cNvPr id="0" name=""/>
        <dsp:cNvSpPr/>
      </dsp:nvSpPr>
      <dsp:spPr>
        <a:xfrm>
          <a:off x="0" y="2531"/>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55CA18-AA97-40AC-825A-AC122AAABDDC}">
      <dsp:nvSpPr>
        <dsp:cNvPr id="0" name=""/>
        <dsp:cNvSpPr/>
      </dsp:nvSpPr>
      <dsp:spPr>
        <a:xfrm>
          <a:off x="0" y="2531"/>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Traffic</a:t>
          </a:r>
          <a:endParaRPr lang="en-US" sz="2000" kern="1200"/>
        </a:p>
      </dsp:txBody>
      <dsp:txXfrm>
        <a:off x="0" y="2531"/>
        <a:ext cx="5466020" cy="470883"/>
      </dsp:txXfrm>
    </dsp:sp>
    <dsp:sp modelId="{DF3A02AD-7AC6-4BB1-9192-475BD996FE87}">
      <dsp:nvSpPr>
        <dsp:cNvPr id="0" name=""/>
        <dsp:cNvSpPr/>
      </dsp:nvSpPr>
      <dsp:spPr>
        <a:xfrm>
          <a:off x="0" y="473414"/>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38B7A2-D07F-4F53-927A-497F0408B862}">
      <dsp:nvSpPr>
        <dsp:cNvPr id="0" name=""/>
        <dsp:cNvSpPr/>
      </dsp:nvSpPr>
      <dsp:spPr>
        <a:xfrm>
          <a:off x="0" y="473414"/>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number of signals on the route</a:t>
          </a:r>
          <a:endParaRPr lang="en-US" sz="2000" kern="1200"/>
        </a:p>
      </dsp:txBody>
      <dsp:txXfrm>
        <a:off x="0" y="473414"/>
        <a:ext cx="5466020" cy="470883"/>
      </dsp:txXfrm>
    </dsp:sp>
    <dsp:sp modelId="{1CFE78A8-B6F1-4414-A966-00D873219A3D}">
      <dsp:nvSpPr>
        <dsp:cNvPr id="0" name=""/>
        <dsp:cNvSpPr/>
      </dsp:nvSpPr>
      <dsp:spPr>
        <a:xfrm>
          <a:off x="0" y="944297"/>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FB4F88-86CC-47E3-AD3E-07965A61249B}">
      <dsp:nvSpPr>
        <dsp:cNvPr id="0" name=""/>
        <dsp:cNvSpPr/>
      </dsp:nvSpPr>
      <dsp:spPr>
        <a:xfrm>
          <a:off x="0" y="944297"/>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Length of the route</a:t>
          </a:r>
          <a:endParaRPr lang="en-US" sz="2000" kern="1200"/>
        </a:p>
      </dsp:txBody>
      <dsp:txXfrm>
        <a:off x="0" y="944297"/>
        <a:ext cx="5466020" cy="470883"/>
      </dsp:txXfrm>
    </dsp:sp>
    <dsp:sp modelId="{925145B0-03FD-438F-81CA-BB4959D1F2CA}">
      <dsp:nvSpPr>
        <dsp:cNvPr id="0" name=""/>
        <dsp:cNvSpPr/>
      </dsp:nvSpPr>
      <dsp:spPr>
        <a:xfrm>
          <a:off x="0" y="1415180"/>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AA7D7-97A4-470B-8D94-395789EFCE6E}">
      <dsp:nvSpPr>
        <dsp:cNvPr id="0" name=""/>
        <dsp:cNvSpPr/>
      </dsp:nvSpPr>
      <dsp:spPr>
        <a:xfrm>
          <a:off x="0" y="1415180"/>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Width of road</a:t>
          </a:r>
          <a:endParaRPr lang="en-US" sz="2000" kern="1200"/>
        </a:p>
      </dsp:txBody>
      <dsp:txXfrm>
        <a:off x="0" y="1415180"/>
        <a:ext cx="5466020" cy="470883"/>
      </dsp:txXfrm>
    </dsp:sp>
    <dsp:sp modelId="{2F340823-83A9-4B52-98C6-DDC1298F2781}">
      <dsp:nvSpPr>
        <dsp:cNvPr id="0" name=""/>
        <dsp:cNvSpPr/>
      </dsp:nvSpPr>
      <dsp:spPr>
        <a:xfrm>
          <a:off x="0" y="1886063"/>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384F21-8160-49DC-9E00-74F4C67CB013}">
      <dsp:nvSpPr>
        <dsp:cNvPr id="0" name=""/>
        <dsp:cNvSpPr/>
      </dsp:nvSpPr>
      <dsp:spPr>
        <a:xfrm>
          <a:off x="0" y="1886063"/>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Number of turns on route</a:t>
          </a:r>
          <a:endParaRPr lang="en-US" sz="2000" kern="1200" dirty="0"/>
        </a:p>
      </dsp:txBody>
      <dsp:txXfrm>
        <a:off x="0" y="1886063"/>
        <a:ext cx="5466020" cy="470883"/>
      </dsp:txXfrm>
    </dsp:sp>
    <dsp:sp modelId="{A0AE5A33-15BB-4162-B8CB-5A48B6160F0A}">
      <dsp:nvSpPr>
        <dsp:cNvPr id="0" name=""/>
        <dsp:cNvSpPr/>
      </dsp:nvSpPr>
      <dsp:spPr>
        <a:xfrm>
          <a:off x="0" y="2356946"/>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B6505F-7485-4866-91A0-7E33EF4F7855}">
      <dsp:nvSpPr>
        <dsp:cNvPr id="0" name=""/>
        <dsp:cNvSpPr/>
      </dsp:nvSpPr>
      <dsp:spPr>
        <a:xfrm>
          <a:off x="0" y="2356946"/>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Number of speed breakers and condition of the road</a:t>
          </a:r>
          <a:endParaRPr lang="en-US" sz="2000" kern="1200" dirty="0"/>
        </a:p>
      </dsp:txBody>
      <dsp:txXfrm>
        <a:off x="0" y="2356946"/>
        <a:ext cx="5466020" cy="470883"/>
      </dsp:txXfrm>
    </dsp:sp>
    <dsp:sp modelId="{93280E4D-9D3A-4E26-9BF1-B1CB5EA7F263}">
      <dsp:nvSpPr>
        <dsp:cNvPr id="0" name=""/>
        <dsp:cNvSpPr/>
      </dsp:nvSpPr>
      <dsp:spPr>
        <a:xfrm>
          <a:off x="0" y="2827830"/>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4CE238-E9C3-4F4A-B9BF-9F1DDE93C253}">
      <dsp:nvSpPr>
        <dsp:cNvPr id="0" name=""/>
        <dsp:cNvSpPr/>
      </dsp:nvSpPr>
      <dsp:spPr>
        <a:xfrm>
          <a:off x="0" y="2827830"/>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Road undulations</a:t>
          </a:r>
          <a:endParaRPr lang="en-US" sz="2000" kern="1200" dirty="0"/>
        </a:p>
      </dsp:txBody>
      <dsp:txXfrm>
        <a:off x="0" y="2827830"/>
        <a:ext cx="5466020" cy="470883"/>
      </dsp:txXfrm>
    </dsp:sp>
    <dsp:sp modelId="{1899D197-4B45-4A41-8B3C-FF02F6470F65}">
      <dsp:nvSpPr>
        <dsp:cNvPr id="0" name=""/>
        <dsp:cNvSpPr/>
      </dsp:nvSpPr>
      <dsp:spPr>
        <a:xfrm>
          <a:off x="0" y="3298713"/>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EEDDAA-AE87-450A-9486-2422322B69AB}">
      <dsp:nvSpPr>
        <dsp:cNvPr id="0" name=""/>
        <dsp:cNvSpPr/>
      </dsp:nvSpPr>
      <dsp:spPr>
        <a:xfrm>
          <a:off x="0" y="3298713"/>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Weather during the drive</a:t>
          </a:r>
          <a:endParaRPr lang="en-US" sz="2000" kern="1200" dirty="0"/>
        </a:p>
      </dsp:txBody>
      <dsp:txXfrm>
        <a:off x="0" y="3298713"/>
        <a:ext cx="5466020" cy="470883"/>
      </dsp:txXfrm>
    </dsp:sp>
    <dsp:sp modelId="{4E141E1A-CAF5-4C83-AFE0-A763F484D099}">
      <dsp:nvSpPr>
        <dsp:cNvPr id="0" name=""/>
        <dsp:cNvSpPr/>
      </dsp:nvSpPr>
      <dsp:spPr>
        <a:xfrm>
          <a:off x="0" y="3769596"/>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53782D-2D7B-4129-98AD-E224779CA418}">
      <dsp:nvSpPr>
        <dsp:cNvPr id="0" name=""/>
        <dsp:cNvSpPr/>
      </dsp:nvSpPr>
      <dsp:spPr>
        <a:xfrm>
          <a:off x="0" y="3769596"/>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Population density on the route.</a:t>
          </a:r>
          <a:endParaRPr lang="en-US" sz="2000" kern="1200"/>
        </a:p>
      </dsp:txBody>
      <dsp:txXfrm>
        <a:off x="0" y="3769596"/>
        <a:ext cx="5466020" cy="470883"/>
      </dsp:txXfrm>
    </dsp:sp>
    <dsp:sp modelId="{E530BCF8-F0B7-442F-ADD2-B5ACA85ED850}">
      <dsp:nvSpPr>
        <dsp:cNvPr id="0" name=""/>
        <dsp:cNvSpPr/>
      </dsp:nvSpPr>
      <dsp:spPr>
        <a:xfrm>
          <a:off x="0" y="4240479"/>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499224-4B5C-41F0-9EFC-1520E4637FF1}">
      <dsp:nvSpPr>
        <dsp:cNvPr id="0" name=""/>
        <dsp:cNvSpPr/>
      </dsp:nvSpPr>
      <dsp:spPr>
        <a:xfrm>
          <a:off x="0" y="4240479"/>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Best time for driving on the route</a:t>
          </a:r>
          <a:endParaRPr lang="en-US" sz="2000" kern="1200" dirty="0"/>
        </a:p>
      </dsp:txBody>
      <dsp:txXfrm>
        <a:off x="0" y="4240479"/>
        <a:ext cx="5466020" cy="470883"/>
      </dsp:txXfrm>
    </dsp:sp>
    <dsp:sp modelId="{3F00FB0A-FBB7-4CE7-AB9C-259E61A21B11}">
      <dsp:nvSpPr>
        <dsp:cNvPr id="0" name=""/>
        <dsp:cNvSpPr/>
      </dsp:nvSpPr>
      <dsp:spPr>
        <a:xfrm>
          <a:off x="0" y="4711362"/>
          <a:ext cx="54660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22DFA0-660F-42CF-AA23-EB4B5A12301C}">
      <dsp:nvSpPr>
        <dsp:cNvPr id="0" name=""/>
        <dsp:cNvSpPr/>
      </dsp:nvSpPr>
      <dsp:spPr>
        <a:xfrm>
          <a:off x="0" y="4711362"/>
          <a:ext cx="5466020" cy="4708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a:t>Adaptive cruise control activation point. </a:t>
          </a:r>
          <a:endParaRPr lang="en-US" sz="2000" kern="1200"/>
        </a:p>
      </dsp:txBody>
      <dsp:txXfrm>
        <a:off x="0" y="4711362"/>
        <a:ext cx="5466020" cy="47088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BC55-5864-427B-84CF-6441AA82BD0B}"/>
              </a:ext>
            </a:extLst>
          </p:cNvPr>
          <p:cNvSpPr>
            <a:spLocks noGrp="1"/>
          </p:cNvSpPr>
          <p:nvPr>
            <p:ph type="ctrTitle"/>
          </p:nvPr>
        </p:nvSpPr>
        <p:spPr>
          <a:xfrm>
            <a:off x="966745" y="1205037"/>
            <a:ext cx="7744993" cy="2541336"/>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B52BDB-18E0-4991-A6F2-7AD5420153F2}"/>
              </a:ext>
            </a:extLst>
          </p:cNvPr>
          <p:cNvSpPr>
            <a:spLocks noGrp="1"/>
          </p:cNvSpPr>
          <p:nvPr>
            <p:ph type="subTitle" idx="1"/>
          </p:nvPr>
        </p:nvSpPr>
        <p:spPr>
          <a:xfrm>
            <a:off x="966745" y="3949332"/>
            <a:ext cx="7744993" cy="2006735"/>
          </a:xfrm>
        </p:spPr>
        <p:txBody>
          <a:bodyPr>
            <a:normAutofit/>
          </a:bodyPr>
          <a:lstStyle>
            <a:lvl1pPr marL="0" indent="0" algn="l">
              <a:buNone/>
              <a:defRPr sz="20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F0ABC6-907E-47DE-8E40-61F2DD1B408B}"/>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5" name="Footer Placeholder 4">
            <a:extLst>
              <a:ext uri="{FF2B5EF4-FFF2-40B4-BE49-F238E27FC236}">
                <a16:creationId xmlns:a16="http://schemas.microsoft.com/office/drawing/2014/main" id="{158AB158-6097-43A1-90B6-406F93670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E077-FF20-4DD9-92B5-EE1C4D615C6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835626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1C13-CF9D-4E82-A5B4-91008DCD2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C06FD2-89E8-4415-ADF7-22F4A4C259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CBBFF-8889-497F-B4CA-A031E8DD3B95}"/>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5" name="Footer Placeholder 4">
            <a:extLst>
              <a:ext uri="{FF2B5EF4-FFF2-40B4-BE49-F238E27FC236}">
                <a16:creationId xmlns:a16="http://schemas.microsoft.com/office/drawing/2014/main" id="{FDE78DAF-985B-4BB4-ADA9-02EA979F1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10DBC-42B5-46AB-B36A-B39128E69CBF}"/>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34981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B6E7-01C8-4375-B7C7-596CD11993F3}"/>
              </a:ext>
            </a:extLst>
          </p:cNvPr>
          <p:cNvSpPr>
            <a:spLocks noGrp="1"/>
          </p:cNvSpPr>
          <p:nvPr>
            <p:ph type="title"/>
          </p:nvPr>
        </p:nvSpPr>
        <p:spPr>
          <a:xfrm>
            <a:off x="831850" y="1883229"/>
            <a:ext cx="8214179" cy="3303133"/>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C441675-8F3E-47CC-9573-D853C506D557}"/>
              </a:ext>
            </a:extLst>
          </p:cNvPr>
          <p:cNvSpPr>
            <a:spLocks noGrp="1"/>
          </p:cNvSpPr>
          <p:nvPr>
            <p:ph type="body" idx="1"/>
          </p:nvPr>
        </p:nvSpPr>
        <p:spPr>
          <a:xfrm>
            <a:off x="831850" y="5295900"/>
            <a:ext cx="8214179" cy="793750"/>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5419F49-690E-49EC-BD41-75A18C9E37FC}"/>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5" name="Footer Placeholder 4">
            <a:extLst>
              <a:ext uri="{FF2B5EF4-FFF2-40B4-BE49-F238E27FC236}">
                <a16:creationId xmlns:a16="http://schemas.microsoft.com/office/drawing/2014/main" id="{9BBC9E70-1401-468E-97DE-4255CA222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BE14C-9127-4582-A006-2AEA93AF76BE}"/>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85511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4DF9-FA60-4E7B-BDE8-C0F9AFE636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1133-890E-4E96-AEDD-0F921E26F51D}"/>
              </a:ext>
            </a:extLst>
          </p:cNvPr>
          <p:cNvSpPr>
            <a:spLocks noGrp="1"/>
          </p:cNvSpPr>
          <p:nvPr>
            <p:ph sz="half" idx="1"/>
          </p:nvPr>
        </p:nvSpPr>
        <p:spPr>
          <a:xfrm>
            <a:off x="966745"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14763B4-4987-4303-9640-54B67DD75E46}"/>
              </a:ext>
            </a:extLst>
          </p:cNvPr>
          <p:cNvSpPr>
            <a:spLocks noGrp="1"/>
          </p:cNvSpPr>
          <p:nvPr>
            <p:ph sz="half" idx="2"/>
          </p:nvPr>
        </p:nvSpPr>
        <p:spPr>
          <a:xfrm>
            <a:off x="5597174"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C94AAD8-D444-410E-98EC-47076908FA37}"/>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6" name="Footer Placeholder 5">
            <a:extLst>
              <a:ext uri="{FF2B5EF4-FFF2-40B4-BE49-F238E27FC236}">
                <a16:creationId xmlns:a16="http://schemas.microsoft.com/office/drawing/2014/main" id="{E072F01E-6867-4604-8B58-F65BCC820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43D87-0EC8-43C7-9D1B-46DB5212931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680671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05AE-70FD-4CEE-BDFB-D5C0A3D3595C}"/>
              </a:ext>
            </a:extLst>
          </p:cNvPr>
          <p:cNvSpPr>
            <a:spLocks noGrp="1"/>
          </p:cNvSpPr>
          <p:nvPr>
            <p:ph type="title"/>
          </p:nvPr>
        </p:nvSpPr>
        <p:spPr>
          <a:xfrm>
            <a:off x="966745" y="960120"/>
            <a:ext cx="9196928" cy="106070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F9091E2-4532-4D16-827E-4DB0688FD829}"/>
              </a:ext>
            </a:extLst>
          </p:cNvPr>
          <p:cNvSpPr>
            <a:spLocks noGrp="1"/>
          </p:cNvSpPr>
          <p:nvPr>
            <p:ph type="body" idx="1"/>
          </p:nvPr>
        </p:nvSpPr>
        <p:spPr>
          <a:xfrm>
            <a:off x="967153" y="2062842"/>
            <a:ext cx="4445899"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52B53BE-9EDA-4D07-A042-0D101FAB9A87}"/>
              </a:ext>
            </a:extLst>
          </p:cNvPr>
          <p:cNvSpPr>
            <a:spLocks noGrp="1"/>
          </p:cNvSpPr>
          <p:nvPr>
            <p:ph sz="half" idx="2"/>
          </p:nvPr>
        </p:nvSpPr>
        <p:spPr>
          <a:xfrm>
            <a:off x="966745" y="2882837"/>
            <a:ext cx="4446642"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1DFDFC1-7510-4F8E-A831-ABA33D977ACA}"/>
              </a:ext>
            </a:extLst>
          </p:cNvPr>
          <p:cNvSpPr>
            <a:spLocks noGrp="1"/>
          </p:cNvSpPr>
          <p:nvPr>
            <p:ph type="body" sz="quarter" idx="3"/>
          </p:nvPr>
        </p:nvSpPr>
        <p:spPr>
          <a:xfrm>
            <a:off x="5725280" y="2062842"/>
            <a:ext cx="4467794"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A42F0-9A48-4946-8BA8-394CBF01A056}"/>
              </a:ext>
            </a:extLst>
          </p:cNvPr>
          <p:cNvSpPr>
            <a:spLocks noGrp="1"/>
          </p:cNvSpPr>
          <p:nvPr>
            <p:ph sz="quarter" idx="4"/>
          </p:nvPr>
        </p:nvSpPr>
        <p:spPr>
          <a:xfrm>
            <a:off x="5724868" y="2882837"/>
            <a:ext cx="4468541"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00FC563-D319-494F-AA63-0BDF1D25E5D4}"/>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8" name="Footer Placeholder 7">
            <a:extLst>
              <a:ext uri="{FF2B5EF4-FFF2-40B4-BE49-F238E27FC236}">
                <a16:creationId xmlns:a16="http://schemas.microsoft.com/office/drawing/2014/main" id="{DD42F4FE-433A-42F6-8A73-AD843352BF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575352-FC7F-4BA8-940F-2F920C2801B7}"/>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77113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3FB5-4B13-4412-9F42-62450D6AA1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C87ECA-0E5D-4DD2-B664-DF351875FE29}"/>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4" name="Footer Placeholder 3">
            <a:extLst>
              <a:ext uri="{FF2B5EF4-FFF2-40B4-BE49-F238E27FC236}">
                <a16:creationId xmlns:a16="http://schemas.microsoft.com/office/drawing/2014/main" id="{D4E2406B-A925-466A-AF79-D0A4E0EA41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61B050-D381-4E1A-88DD-361F0EE9DD96}"/>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887759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BF592-6A15-4999-ACFA-A535A113B25D}"/>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3" name="Footer Placeholder 2">
            <a:extLst>
              <a:ext uri="{FF2B5EF4-FFF2-40B4-BE49-F238E27FC236}">
                <a16:creationId xmlns:a16="http://schemas.microsoft.com/office/drawing/2014/main" id="{7819EFC1-AD45-4610-8FC6-2058F55E4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3DF506-CFF9-4BD2-8D76-3377927798E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273514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7674-EAFF-4CAE-A685-8AEA617D0655}"/>
              </a:ext>
            </a:extLst>
          </p:cNvPr>
          <p:cNvSpPr>
            <a:spLocks noGrp="1"/>
          </p:cNvSpPr>
          <p:nvPr>
            <p:ph type="title"/>
          </p:nvPr>
        </p:nvSpPr>
        <p:spPr>
          <a:xfrm>
            <a:off x="839788" y="1094014"/>
            <a:ext cx="3932237" cy="143691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DB3A185-E15D-46FD-A4FB-709A8B5D0BE3}"/>
              </a:ext>
            </a:extLst>
          </p:cNvPr>
          <p:cNvSpPr>
            <a:spLocks noGrp="1"/>
          </p:cNvSpPr>
          <p:nvPr>
            <p:ph idx="1"/>
          </p:nvPr>
        </p:nvSpPr>
        <p:spPr>
          <a:xfrm>
            <a:off x="5183188" y="1094014"/>
            <a:ext cx="6172200" cy="47670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4086F7-5F48-40D6-B4E3-1347EA21B0A8}"/>
              </a:ext>
            </a:extLst>
          </p:cNvPr>
          <p:cNvSpPr>
            <a:spLocks noGrp="1"/>
          </p:cNvSpPr>
          <p:nvPr>
            <p:ph type="body" sz="half" idx="2"/>
          </p:nvPr>
        </p:nvSpPr>
        <p:spPr>
          <a:xfrm>
            <a:off x="839788" y="2618012"/>
            <a:ext cx="3932237" cy="32509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EF4FC41-0A32-438D-9A47-F932AB492CBA}"/>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6" name="Footer Placeholder 5">
            <a:extLst>
              <a:ext uri="{FF2B5EF4-FFF2-40B4-BE49-F238E27FC236}">
                <a16:creationId xmlns:a16="http://schemas.microsoft.com/office/drawing/2014/main" id="{02F0F85D-CB6B-48E8-B56F-81472CE94F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E120E-E239-4B93-AC67-210D23BD227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51334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F02C-5A08-45D4-AFE1-8EF0E6DECE4B}"/>
              </a:ext>
            </a:extLst>
          </p:cNvPr>
          <p:cNvSpPr>
            <a:spLocks noGrp="1"/>
          </p:cNvSpPr>
          <p:nvPr>
            <p:ph type="title"/>
          </p:nvPr>
        </p:nvSpPr>
        <p:spPr>
          <a:xfrm>
            <a:off x="839788" y="1065120"/>
            <a:ext cx="3932237" cy="1465806"/>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22EF863-20E6-4CF9-A179-0A2A52E5F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CFB1A-5B7E-45DA-9713-0CD8E3121F4B}"/>
              </a:ext>
            </a:extLst>
          </p:cNvPr>
          <p:cNvSpPr>
            <a:spLocks noGrp="1"/>
          </p:cNvSpPr>
          <p:nvPr>
            <p:ph type="body" sz="half" idx="2"/>
          </p:nvPr>
        </p:nvSpPr>
        <p:spPr>
          <a:xfrm>
            <a:off x="839788" y="2618014"/>
            <a:ext cx="3932237" cy="32509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EFD67F-901E-4423-A48F-41F00ECA520B}"/>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6" name="Footer Placeholder 5">
            <a:extLst>
              <a:ext uri="{FF2B5EF4-FFF2-40B4-BE49-F238E27FC236}">
                <a16:creationId xmlns:a16="http://schemas.microsoft.com/office/drawing/2014/main" id="{97B04982-0749-4F34-A4DB-DDC12BD4BE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38447-AEAF-40D9-B3D3-94404C144AE9}"/>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18260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071ABCB-C306-49F0-8D5D-0B890583C1CE}"/>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24A67F94-2250-4B3A-8424-1BC0A0BCB3FF}"/>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FB942D8-95BE-4CFD-BFCC-26209EC192CE}"/>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9DF6499A-D398-4CBC-AA22-4277539430FC}"/>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0D91493C-6480-4A3F-8836-1727CBA3C849}"/>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546BFEE-D3D9-4B18-BA88-49F7C7D266E7}"/>
              </a:ext>
            </a:extLst>
          </p:cNvPr>
          <p:cNvSpPr>
            <a:spLocks noGrp="1"/>
          </p:cNvSpPr>
          <p:nvPr>
            <p:ph type="title"/>
          </p:nvPr>
        </p:nvSpPr>
        <p:spPr>
          <a:xfrm>
            <a:off x="2148186" y="959587"/>
            <a:ext cx="9076329" cy="1064277"/>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EA5BD3-1A63-4F94-ADFA-5CA2A414DE16}"/>
              </a:ext>
            </a:extLst>
          </p:cNvPr>
          <p:cNvSpPr>
            <a:spLocks noGrp="1"/>
          </p:cNvSpPr>
          <p:nvPr>
            <p:ph type="body" orient="vert" idx="1"/>
          </p:nvPr>
        </p:nvSpPr>
        <p:spPr>
          <a:xfrm>
            <a:off x="2148186" y="2248257"/>
            <a:ext cx="9076329" cy="365015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421888E-6FA1-446E-A77C-7D26923F6BAA}"/>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5" name="Footer Placeholder 4">
            <a:extLst>
              <a:ext uri="{FF2B5EF4-FFF2-40B4-BE49-F238E27FC236}">
                <a16:creationId xmlns:a16="http://schemas.microsoft.com/office/drawing/2014/main" id="{5A33313F-58CA-4397-A3B4-71B068D1E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CC6AB3-89E2-4B6A-A5F3-3FB781C1AA8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361464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7BC2869-B8E0-44C7-801E-BA0C2C1B5E82}"/>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BA7CEB8F-94FA-4A87-AA80-066173AA5C5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4F9817E-A26F-4D7B-82A1-FA647EE4C86F}"/>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E734839-B51C-4112-A4D8-DDFCB7F84A6F}"/>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51DFF651-C17F-4B2C-A962-32FA4958BCFA}"/>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DE9B263D-CDF8-431B-A5D1-9687649138B5}"/>
              </a:ext>
            </a:extLst>
          </p:cNvPr>
          <p:cNvSpPr>
            <a:spLocks noGrp="1"/>
          </p:cNvSpPr>
          <p:nvPr>
            <p:ph type="title" orient="vert"/>
          </p:nvPr>
        </p:nvSpPr>
        <p:spPr>
          <a:xfrm>
            <a:off x="9131030" y="866253"/>
            <a:ext cx="2222769" cy="53107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7FB6B9BE-E660-4F3A-ABA1-86667DC133EB}"/>
              </a:ext>
            </a:extLst>
          </p:cNvPr>
          <p:cNvSpPr>
            <a:spLocks noGrp="1"/>
          </p:cNvSpPr>
          <p:nvPr>
            <p:ph type="body" orient="vert" idx="1"/>
          </p:nvPr>
        </p:nvSpPr>
        <p:spPr>
          <a:xfrm>
            <a:off x="838200" y="866253"/>
            <a:ext cx="8164286" cy="531071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A082700-F509-4302-AE0E-6CC56401A40F}"/>
              </a:ext>
            </a:extLst>
          </p:cNvPr>
          <p:cNvSpPr>
            <a:spLocks noGrp="1"/>
          </p:cNvSpPr>
          <p:nvPr>
            <p:ph type="dt" sz="half" idx="10"/>
          </p:nvPr>
        </p:nvSpPr>
        <p:spPr/>
        <p:txBody>
          <a:bodyPr/>
          <a:lstStyle/>
          <a:p>
            <a:fld id="{11008460-8B2F-4AAA-A4E2-10730069204C}" type="datetimeFigureOut">
              <a:rPr lang="en-US" smtClean="0"/>
              <a:t>4/4/2026</a:t>
            </a:fld>
            <a:endParaRPr lang="en-US"/>
          </a:p>
        </p:txBody>
      </p:sp>
      <p:sp>
        <p:nvSpPr>
          <p:cNvPr id="5" name="Footer Placeholder 4">
            <a:extLst>
              <a:ext uri="{FF2B5EF4-FFF2-40B4-BE49-F238E27FC236}">
                <a16:creationId xmlns:a16="http://schemas.microsoft.com/office/drawing/2014/main" id="{0303BD63-5B0C-4FB3-8434-8EA1A84F2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F3E9EB-019B-4F03-8147-D6CBA6B1E67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468997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206359A-F1E3-49EE-BBC2-40888C4A3628}"/>
              </a:ext>
            </a:extLst>
          </p:cNvPr>
          <p:cNvGrpSpPr/>
          <p:nvPr/>
        </p:nvGrpSpPr>
        <p:grpSpPr>
          <a:xfrm>
            <a:off x="9265700" y="2026"/>
            <a:ext cx="2926300" cy="5030922"/>
            <a:chOff x="9265700" y="2026"/>
            <a:chExt cx="2926300" cy="5030922"/>
          </a:xfrm>
        </p:grpSpPr>
        <p:sp>
          <p:nvSpPr>
            <p:cNvPr id="8" name="Freeform: Shape 7">
              <a:extLst>
                <a:ext uri="{FF2B5EF4-FFF2-40B4-BE49-F238E27FC236}">
                  <a16:creationId xmlns:a16="http://schemas.microsoft.com/office/drawing/2014/main" id="{CED90C42-6A0F-48E8-BF96-7D3E2A395EC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DA0863A-55F7-4EB0-9451-F3EE4D65DBDB}"/>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E7CFE2-40F6-44B2-8AAD-0C384EEFCF7E}"/>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9F0D6A17-AA80-4608-8660-8D1587A17704}"/>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7E11B74D-DF90-4993-88AE-4D05C91F2A96}"/>
              </a:ext>
            </a:extLst>
          </p:cNvPr>
          <p:cNvSpPr>
            <a:spLocks noGrp="1"/>
          </p:cNvSpPr>
          <p:nvPr>
            <p:ph type="title"/>
          </p:nvPr>
        </p:nvSpPr>
        <p:spPr>
          <a:xfrm>
            <a:off x="966744" y="959587"/>
            <a:ext cx="9076329" cy="106427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79B3DE9-A495-4E75-819D-E0B2E5505072}"/>
              </a:ext>
            </a:extLst>
          </p:cNvPr>
          <p:cNvSpPr>
            <a:spLocks noGrp="1"/>
          </p:cNvSpPr>
          <p:nvPr>
            <p:ph type="body" idx="1"/>
          </p:nvPr>
        </p:nvSpPr>
        <p:spPr>
          <a:xfrm>
            <a:off x="966744" y="2248257"/>
            <a:ext cx="9076329" cy="36501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02430AC-DB07-423B-A52A-0065639AFE68}"/>
              </a:ext>
            </a:extLst>
          </p:cNvPr>
          <p:cNvSpPr>
            <a:spLocks noGrp="1"/>
          </p:cNvSpPr>
          <p:nvPr>
            <p:ph type="dt" sz="half" idx="2"/>
          </p:nvPr>
        </p:nvSpPr>
        <p:spPr>
          <a:xfrm>
            <a:off x="8266975" y="6356350"/>
            <a:ext cx="2960914" cy="365125"/>
          </a:xfrm>
          <a:prstGeom prst="rect">
            <a:avLst/>
          </a:prstGeom>
        </p:spPr>
        <p:txBody>
          <a:bodyPr vert="horz" lIns="91440" tIns="45720" rIns="91440" bIns="45720" rtlCol="0" anchor="ctr"/>
          <a:lstStyle>
            <a:lvl1pPr algn="r">
              <a:defRPr sz="1000" i="0">
                <a:solidFill>
                  <a:schemeClr val="tx2">
                    <a:alpha val="85000"/>
                  </a:schemeClr>
                </a:solidFill>
              </a:defRPr>
            </a:lvl1pPr>
          </a:lstStyle>
          <a:p>
            <a:fld id="{11008460-8B2F-4AAA-A4E2-10730069204C}" type="datetimeFigureOut">
              <a:rPr lang="en-US" smtClean="0"/>
              <a:pPr/>
              <a:t>4/4/2026</a:t>
            </a:fld>
            <a:endParaRPr lang="en-US" dirty="0"/>
          </a:p>
        </p:txBody>
      </p:sp>
      <p:sp>
        <p:nvSpPr>
          <p:cNvPr id="5" name="Footer Placeholder 4">
            <a:extLst>
              <a:ext uri="{FF2B5EF4-FFF2-40B4-BE49-F238E27FC236}">
                <a16:creationId xmlns:a16="http://schemas.microsoft.com/office/drawing/2014/main" id="{485FAFC9-FA18-4C55-8C92-B17603CAEEDC}"/>
              </a:ext>
            </a:extLst>
          </p:cNvPr>
          <p:cNvSpPr>
            <a:spLocks noGrp="1"/>
          </p:cNvSpPr>
          <p:nvPr>
            <p:ph type="ftr" sz="quarter" idx="3"/>
          </p:nvPr>
        </p:nvSpPr>
        <p:spPr>
          <a:xfrm>
            <a:off x="966745" y="501128"/>
            <a:ext cx="3311342" cy="365125"/>
          </a:xfrm>
          <a:prstGeom prst="rect">
            <a:avLst/>
          </a:prstGeom>
        </p:spPr>
        <p:txBody>
          <a:bodyPr vert="horz" lIns="91440" tIns="45720" rIns="91440" bIns="45720" rtlCol="0" anchor="ctr"/>
          <a:lstStyle>
            <a:lvl1pPr algn="l">
              <a:defRPr sz="1000" i="0">
                <a:solidFill>
                  <a:schemeClr val="tx2">
                    <a:alpha val="85000"/>
                  </a:schemeClr>
                </a:solidFill>
              </a:defRPr>
            </a:lvl1pPr>
          </a:lstStyle>
          <a:p>
            <a:endParaRPr lang="en-US" dirty="0"/>
          </a:p>
        </p:txBody>
      </p:sp>
      <p:sp>
        <p:nvSpPr>
          <p:cNvPr id="6" name="Slide Number Placeholder 5">
            <a:extLst>
              <a:ext uri="{FF2B5EF4-FFF2-40B4-BE49-F238E27FC236}">
                <a16:creationId xmlns:a16="http://schemas.microsoft.com/office/drawing/2014/main" id="{67D5A493-61FB-4764-90B6-8CC218A781C9}"/>
              </a:ext>
            </a:extLst>
          </p:cNvPr>
          <p:cNvSpPr>
            <a:spLocks noGrp="1"/>
          </p:cNvSpPr>
          <p:nvPr>
            <p:ph type="sldNum" sz="quarter" idx="4"/>
          </p:nvPr>
        </p:nvSpPr>
        <p:spPr>
          <a:xfrm>
            <a:off x="11239498" y="6356350"/>
            <a:ext cx="515479" cy="365125"/>
          </a:xfrm>
          <a:prstGeom prst="rect">
            <a:avLst/>
          </a:prstGeom>
        </p:spPr>
        <p:txBody>
          <a:bodyPr vert="horz" lIns="91440" tIns="45720" rIns="91440" bIns="45720" rtlCol="0" anchor="ctr"/>
          <a:lstStyle>
            <a:lvl1pPr algn="r">
              <a:defRPr sz="1000" i="0">
                <a:solidFill>
                  <a:schemeClr val="tx2">
                    <a:alpha val="85000"/>
                  </a:schemeClr>
                </a:solidFill>
              </a:defRPr>
            </a:lvl1p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315457076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58" r:id="rId6"/>
    <p:sldLayoutId id="2147483754" r:id="rId7"/>
    <p:sldLayoutId id="2147483755" r:id="rId8"/>
    <p:sldLayoutId id="2147483756" r:id="rId9"/>
    <p:sldLayoutId id="2147483757" r:id="rId10"/>
    <p:sldLayoutId id="2147483759" r:id="rId11"/>
  </p:sldLayoutIdLst>
  <p:txStyles>
    <p:titleStyle>
      <a:lvl1pPr algn="l" defTabSz="914400" rtl="0" eaLnBrk="1" latinLnBrk="0" hangingPunct="1">
        <a:lnSpc>
          <a:spcPct val="10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SzPct val="150000"/>
        <a:buFont typeface="Goudy Old Style" panose="02020502050305020303" pitchFamily="18" charset="0"/>
        <a:buChar char="∙"/>
        <a:defRPr sz="2000" kern="1200">
          <a:solidFill>
            <a:schemeClr val="tx2"/>
          </a:solidFill>
          <a:latin typeface="+mn-lt"/>
          <a:ea typeface="+mn-ea"/>
          <a:cs typeface="+mn-cs"/>
        </a:defRPr>
      </a:lvl1pPr>
      <a:lvl2pPr marL="274320" indent="0" algn="l" defTabSz="914400" rtl="0" eaLnBrk="1" latinLnBrk="0" hangingPunct="1">
        <a:lnSpc>
          <a:spcPct val="110000"/>
        </a:lnSpc>
        <a:spcBef>
          <a:spcPts val="500"/>
        </a:spcBef>
        <a:buFontTx/>
        <a:buNone/>
        <a:defRPr sz="1800" kern="1200">
          <a:solidFill>
            <a:schemeClr val="tx2"/>
          </a:solidFill>
          <a:latin typeface="+mn-lt"/>
          <a:ea typeface="+mn-ea"/>
          <a:cs typeface="+mn-cs"/>
        </a:defRPr>
      </a:lvl2pPr>
      <a:lvl3pPr marL="548640" indent="-228600" algn="l" defTabSz="914400" rtl="0" eaLnBrk="1" latinLnBrk="0" hangingPunct="1">
        <a:lnSpc>
          <a:spcPct val="110000"/>
        </a:lnSpc>
        <a:spcBef>
          <a:spcPts val="500"/>
        </a:spcBef>
        <a:buSzPct val="150000"/>
        <a:buFont typeface="Goudy Old Style" panose="02020502050305020303" pitchFamily="18" charset="0"/>
        <a:buChar char="∙"/>
        <a:defRPr sz="1600" kern="1200">
          <a:solidFill>
            <a:schemeClr val="tx2"/>
          </a:solidFill>
          <a:latin typeface="+mn-lt"/>
          <a:ea typeface="+mn-ea"/>
          <a:cs typeface="+mn-cs"/>
        </a:defRPr>
      </a:lvl3pPr>
      <a:lvl4pPr marL="59436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4pPr>
      <a:lvl5pPr marL="822960" indent="-228600" algn="l" defTabSz="914400" rtl="0" eaLnBrk="1" latinLnBrk="0" hangingPunct="1">
        <a:lnSpc>
          <a:spcPct val="110000"/>
        </a:lnSpc>
        <a:spcBef>
          <a:spcPts val="500"/>
        </a:spcBef>
        <a:buSzPct val="150000"/>
        <a:buFont typeface="Goudy Old Style" panose="02020502050305020303" pitchFamily="18"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CD84B89-83B1-AA44-B9BE-C68A3A346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ire engine parked inside a fire station">
            <a:extLst>
              <a:ext uri="{FF2B5EF4-FFF2-40B4-BE49-F238E27FC236}">
                <a16:creationId xmlns:a16="http://schemas.microsoft.com/office/drawing/2014/main" id="{EF10C276-2140-C863-E78F-11CA9A1CD42C}"/>
              </a:ext>
            </a:extLst>
          </p:cNvPr>
          <p:cNvPicPr>
            <a:picLocks noChangeAspect="1"/>
          </p:cNvPicPr>
          <p:nvPr/>
        </p:nvPicPr>
        <p:blipFill>
          <a:blip r:embed="rId2"/>
          <a:srcRect b="15730"/>
          <a:stretch>
            <a:fillRect/>
          </a:stretch>
        </p:blipFill>
        <p:spPr>
          <a:xfrm>
            <a:off x="20" y="10"/>
            <a:ext cx="12191979" cy="6857989"/>
          </a:xfrm>
          <a:prstGeom prst="rect">
            <a:avLst/>
          </a:prstGeom>
        </p:spPr>
      </p:pic>
      <p:sp useBgFill="1">
        <p:nvSpPr>
          <p:cNvPr id="20" name="Freeform: Shape 19">
            <a:extLst>
              <a:ext uri="{FF2B5EF4-FFF2-40B4-BE49-F238E27FC236}">
                <a16:creationId xmlns:a16="http://schemas.microsoft.com/office/drawing/2014/main" id="{DF3B9D9F-2555-4B2E-AD17-056B66596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5594" y="812056"/>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935B57-8690-D862-1554-91C3EE4EF13C}"/>
              </a:ext>
            </a:extLst>
          </p:cNvPr>
          <p:cNvSpPr>
            <a:spLocks noGrp="1"/>
          </p:cNvSpPr>
          <p:nvPr>
            <p:ph type="ctrTitle"/>
          </p:nvPr>
        </p:nvSpPr>
        <p:spPr>
          <a:xfrm>
            <a:off x="7569389" y="1891412"/>
            <a:ext cx="3149221" cy="2149459"/>
          </a:xfrm>
        </p:spPr>
        <p:txBody>
          <a:bodyPr>
            <a:normAutofit/>
          </a:bodyPr>
          <a:lstStyle/>
          <a:p>
            <a:pPr algn="ctr">
              <a:lnSpc>
                <a:spcPct val="90000"/>
              </a:lnSpc>
            </a:pPr>
            <a:r>
              <a:rPr lang="en-US" sz="2500" b="1"/>
              <a:t>AI-Driven Low-Brake Route Intelligence for Fuel and Emission Reduction in Heavy-Duty Trucks</a:t>
            </a:r>
            <a:br>
              <a:rPr lang="en-US" sz="2500" b="1"/>
            </a:br>
            <a:endParaRPr lang="en-IN" sz="2500"/>
          </a:p>
        </p:txBody>
      </p:sp>
      <p:sp>
        <p:nvSpPr>
          <p:cNvPr id="3" name="Subtitle 2">
            <a:extLst>
              <a:ext uri="{FF2B5EF4-FFF2-40B4-BE49-F238E27FC236}">
                <a16:creationId xmlns:a16="http://schemas.microsoft.com/office/drawing/2014/main" id="{31588E7F-98FF-6BCC-1F6B-41B9A0A1D575}"/>
              </a:ext>
            </a:extLst>
          </p:cNvPr>
          <p:cNvSpPr>
            <a:spLocks noGrp="1"/>
          </p:cNvSpPr>
          <p:nvPr>
            <p:ph type="subTitle" idx="1"/>
          </p:nvPr>
        </p:nvSpPr>
        <p:spPr>
          <a:xfrm>
            <a:off x="7772398" y="4313467"/>
            <a:ext cx="3149220" cy="1279259"/>
          </a:xfrm>
        </p:spPr>
        <p:txBody>
          <a:bodyPr>
            <a:normAutofit/>
          </a:bodyPr>
          <a:lstStyle/>
          <a:p>
            <a:pPr algn="ctr">
              <a:lnSpc>
                <a:spcPct val="100000"/>
              </a:lnSpc>
            </a:pPr>
            <a:r>
              <a:rPr lang="en-IN" sz="1300" b="1" dirty="0"/>
              <a:t>Submitted by :</a:t>
            </a:r>
            <a:r>
              <a:rPr lang="en-IN" sz="1300" b="1" dirty="0" err="1"/>
              <a:t>Nikhil.N</a:t>
            </a:r>
            <a:r>
              <a:rPr lang="en-IN" sz="1300" b="1" dirty="0"/>
              <a:t>(22BMA0035)</a:t>
            </a:r>
          </a:p>
          <a:p>
            <a:pPr algn="ctr">
              <a:lnSpc>
                <a:spcPct val="100000"/>
              </a:lnSpc>
            </a:pPr>
            <a:r>
              <a:rPr lang="en-IN" sz="1300" b="1" dirty="0"/>
              <a:t>                                      </a:t>
            </a:r>
            <a:r>
              <a:rPr lang="en-IN" sz="1300" b="1" dirty="0" err="1"/>
              <a:t>Adisankar.P</a:t>
            </a:r>
            <a:r>
              <a:rPr lang="en-IN" sz="1300" b="1" dirty="0"/>
              <a:t>(22BMA0065)</a:t>
            </a:r>
          </a:p>
        </p:txBody>
      </p:sp>
      <p:sp>
        <p:nvSpPr>
          <p:cNvPr id="22" name="Freeform: Shape 10">
            <a:extLst>
              <a:ext uri="{FF2B5EF4-FFF2-40B4-BE49-F238E27FC236}">
                <a16:creationId xmlns:a16="http://schemas.microsoft.com/office/drawing/2014/main" id="{98F816C8-664D-4D46-87AC-DD7054006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6828" y="705180"/>
            <a:ext cx="4014345" cy="5316049"/>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alpha val="58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007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93BDD-A78D-B438-39E7-323F7692182A}"/>
              </a:ext>
            </a:extLst>
          </p:cNvPr>
          <p:cNvSpPr>
            <a:spLocks noGrp="1"/>
          </p:cNvSpPr>
          <p:nvPr>
            <p:ph type="title"/>
          </p:nvPr>
        </p:nvSpPr>
        <p:spPr/>
        <p:txBody>
          <a:bodyPr/>
          <a:lstStyle/>
          <a:p>
            <a:r>
              <a:rPr lang="en-IN" u="sng"/>
              <a:t>Abstract</a:t>
            </a:r>
            <a:endParaRPr lang="en-IN" u="sng" dirty="0"/>
          </a:p>
        </p:txBody>
      </p:sp>
      <p:sp>
        <p:nvSpPr>
          <p:cNvPr id="3" name="Content Placeholder 2">
            <a:extLst>
              <a:ext uri="{FF2B5EF4-FFF2-40B4-BE49-F238E27FC236}">
                <a16:creationId xmlns:a16="http://schemas.microsoft.com/office/drawing/2014/main" id="{1DAF826F-902C-7FBE-1EC6-0336AB30F34E}"/>
              </a:ext>
            </a:extLst>
          </p:cNvPr>
          <p:cNvSpPr>
            <a:spLocks noGrp="1"/>
          </p:cNvSpPr>
          <p:nvPr>
            <p:ph idx="1"/>
          </p:nvPr>
        </p:nvSpPr>
        <p:spPr/>
        <p:txBody>
          <a:bodyPr/>
          <a:lstStyle/>
          <a:p>
            <a:endParaRPr lang="en-US" b="1"/>
          </a:p>
          <a:p>
            <a:r>
              <a:rPr lang="en-US"/>
              <a:t>Heavy-duty trucks contribute significantly to global fuel consumption and emissions. Traditional navigation systems optimize routes based on distance and travel time, ignoring driving dynamics such as braking frequency. Frequent braking leads to inefficient fuel usage and increased emissions. This project proposes an </a:t>
            </a:r>
            <a:r>
              <a:rPr lang="en-US" b="1"/>
              <a:t>AI-driven low-brake route intelligence system</a:t>
            </a:r>
            <a:r>
              <a:rPr lang="en-US"/>
              <a:t> that minimizes braking events by integrating machine learning, real-time traffic data, and vehicle telematics. The system introduces a novel </a:t>
            </a:r>
            <a:r>
              <a:rPr lang="en-US" b="1"/>
              <a:t>brake-aware routing approach</a:t>
            </a:r>
            <a:r>
              <a:rPr lang="en-US"/>
              <a:t>, resulting in improved fuel efficiency, reduced emissions, and enhanced vehicle performance.</a:t>
            </a:r>
          </a:p>
          <a:p>
            <a:endParaRPr lang="en-IN" dirty="0"/>
          </a:p>
        </p:txBody>
      </p:sp>
    </p:spTree>
    <p:extLst>
      <p:ext uri="{BB962C8B-B14F-4D97-AF65-F5344CB8AC3E}">
        <p14:creationId xmlns:p14="http://schemas.microsoft.com/office/powerpoint/2010/main" val="2328926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EC5B12-9FF3-41FE-B789-2696F5195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C59B1-C3D0-7F08-CF84-A8CD8634E6DC}"/>
              </a:ext>
            </a:extLst>
          </p:cNvPr>
          <p:cNvSpPr>
            <a:spLocks noGrp="1"/>
          </p:cNvSpPr>
          <p:nvPr>
            <p:ph type="title"/>
          </p:nvPr>
        </p:nvSpPr>
        <p:spPr>
          <a:xfrm>
            <a:off x="952500" y="1581462"/>
            <a:ext cx="2776531" cy="3687580"/>
          </a:xfrm>
        </p:spPr>
        <p:txBody>
          <a:bodyPr>
            <a:normAutofit/>
          </a:bodyPr>
          <a:lstStyle/>
          <a:p>
            <a:pPr algn="ctr"/>
            <a:r>
              <a:rPr lang="en-IN" u="sng" dirty="0"/>
              <a:t>Introduction</a:t>
            </a:r>
          </a:p>
        </p:txBody>
      </p:sp>
      <p:cxnSp>
        <p:nvCxnSpPr>
          <p:cNvPr id="12" name="Straight Connector 11">
            <a:extLst>
              <a:ext uri="{FF2B5EF4-FFF2-40B4-BE49-F238E27FC236}">
                <a16:creationId xmlns:a16="http://schemas.microsoft.com/office/drawing/2014/main" id="{4FCEE13B-EFB1-46F2-BC11-110F05BFB6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9630" y="1852474"/>
            <a:ext cx="0" cy="3394558"/>
          </a:xfrm>
          <a:prstGeom prst="line">
            <a:avLst/>
          </a:prstGeom>
          <a:ln w="25400" cap="rnd">
            <a:solidFill>
              <a:schemeClr val="bg2">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E728852D-C63A-889B-D311-471AE36A83BC}"/>
              </a:ext>
            </a:extLst>
          </p:cNvPr>
          <p:cNvGraphicFramePr>
            <a:graphicFrameLocks noGrp="1"/>
          </p:cNvGraphicFramePr>
          <p:nvPr>
            <p:ph idx="1"/>
            <p:extLst>
              <p:ext uri="{D42A27DB-BD31-4B8C-83A1-F6EECF244321}">
                <p14:modId xmlns:p14="http://schemas.microsoft.com/office/powerpoint/2010/main" val="1459295831"/>
              </p:ext>
            </p:extLst>
          </p:nvPr>
        </p:nvGraphicFramePr>
        <p:xfrm>
          <a:off x="5214938" y="985838"/>
          <a:ext cx="6024561" cy="4919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1004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5305C3-9940-4541-9DEE-9AE9C3EA6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429032-D208-90E9-ABE9-A55A268E0E98}"/>
              </a:ext>
            </a:extLst>
          </p:cNvPr>
          <p:cNvSpPr>
            <a:spLocks noGrp="1"/>
          </p:cNvSpPr>
          <p:nvPr>
            <p:ph type="title"/>
          </p:nvPr>
        </p:nvSpPr>
        <p:spPr>
          <a:xfrm>
            <a:off x="959994" y="943705"/>
            <a:ext cx="10287000" cy="1279329"/>
          </a:xfrm>
        </p:spPr>
        <p:txBody>
          <a:bodyPr>
            <a:normAutofit/>
          </a:bodyPr>
          <a:lstStyle/>
          <a:p>
            <a:pPr algn="ctr"/>
            <a:r>
              <a:rPr lang="en-IN" dirty="0"/>
              <a:t>Objectives</a:t>
            </a:r>
            <a:endParaRPr lang="en-IN"/>
          </a:p>
        </p:txBody>
      </p:sp>
      <p:cxnSp>
        <p:nvCxnSpPr>
          <p:cNvPr id="12" name="Straight Connector 11">
            <a:extLst>
              <a:ext uri="{FF2B5EF4-FFF2-40B4-BE49-F238E27FC236}">
                <a16:creationId xmlns:a16="http://schemas.microsoft.com/office/drawing/2014/main" id="{AB882E83-38EA-4A57-928E-B07CFAFB7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3574" y="2359560"/>
            <a:ext cx="7217448" cy="0"/>
          </a:xfrm>
          <a:prstGeom prst="line">
            <a:avLst/>
          </a:prstGeom>
          <a:ln w="25400" cap="rnd">
            <a:solidFill>
              <a:schemeClr val="bg2">
                <a:lumMod val="75000"/>
              </a:schemeClr>
            </a:solidFill>
            <a:prstDash val="sysDot"/>
            <a:round/>
          </a:ln>
        </p:spPr>
        <p:style>
          <a:lnRef idx="1">
            <a:schemeClr val="accent1"/>
          </a:lnRef>
          <a:fillRef idx="0">
            <a:schemeClr val="accent1"/>
          </a:fillRef>
          <a:effectRef idx="0">
            <a:schemeClr val="accent1"/>
          </a:effectRef>
          <a:fontRef idx="minor">
            <a:schemeClr val="tx1"/>
          </a:fontRef>
        </p:style>
      </p:cxnSp>
      <p:graphicFrame>
        <p:nvGraphicFramePr>
          <p:cNvPr id="6" name="Rectangle 1">
            <a:extLst>
              <a:ext uri="{FF2B5EF4-FFF2-40B4-BE49-F238E27FC236}">
                <a16:creationId xmlns:a16="http://schemas.microsoft.com/office/drawing/2014/main" id="{45CB773D-F6BB-7F9B-F6EB-4237A34999C0}"/>
              </a:ext>
            </a:extLst>
          </p:cNvPr>
          <p:cNvGraphicFramePr>
            <a:graphicFrameLocks noGrp="1"/>
          </p:cNvGraphicFramePr>
          <p:nvPr>
            <p:ph idx="1"/>
            <p:extLst>
              <p:ext uri="{D42A27DB-BD31-4B8C-83A1-F6EECF244321}">
                <p14:modId xmlns:p14="http://schemas.microsoft.com/office/powerpoint/2010/main" val="4041052237"/>
              </p:ext>
            </p:extLst>
          </p:nvPr>
        </p:nvGraphicFramePr>
        <p:xfrm>
          <a:off x="1386590" y="2864825"/>
          <a:ext cx="9458794" cy="32672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53351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58900-6F00-9AD8-3BD7-7AA80406FA71}"/>
              </a:ext>
            </a:extLst>
          </p:cNvPr>
          <p:cNvSpPr>
            <a:spLocks noGrp="1"/>
          </p:cNvSpPr>
          <p:nvPr>
            <p:ph type="title"/>
          </p:nvPr>
        </p:nvSpPr>
        <p:spPr/>
        <p:txBody>
          <a:bodyPr/>
          <a:lstStyle/>
          <a:p>
            <a:r>
              <a:rPr lang="en-IN" dirty="0"/>
              <a:t>Block Diagram</a:t>
            </a:r>
          </a:p>
        </p:txBody>
      </p:sp>
      <p:sp>
        <p:nvSpPr>
          <p:cNvPr id="3" name="Content Placeholder 2">
            <a:extLst>
              <a:ext uri="{FF2B5EF4-FFF2-40B4-BE49-F238E27FC236}">
                <a16:creationId xmlns:a16="http://schemas.microsoft.com/office/drawing/2014/main" id="{83FB1A6F-1693-8240-FCE2-14324C2E2522}"/>
              </a:ext>
            </a:extLst>
          </p:cNvPr>
          <p:cNvSpPr>
            <a:spLocks noGrp="1"/>
          </p:cNvSpPr>
          <p:nvPr>
            <p:ph idx="1"/>
          </p:nvPr>
        </p:nvSpPr>
        <p:spPr/>
        <p:txBody>
          <a:bodyPr>
            <a:normAutofit fontScale="92500" lnSpcReduction="20000"/>
          </a:bodyPr>
          <a:lstStyle/>
          <a:p>
            <a:pPr marL="0" indent="0">
              <a:buNone/>
            </a:pPr>
            <a:r>
              <a:rPr lang="en-IN" dirty="0"/>
              <a:t>Vehicle Sensors + GPS + Traffic Data</a:t>
            </a:r>
          </a:p>
          <a:p>
            <a:pPr marL="0" indent="0">
              <a:buNone/>
            </a:pPr>
            <a:r>
              <a:rPr lang="en-IN" dirty="0"/>
              <a:t>                ↓</a:t>
            </a:r>
          </a:p>
          <a:p>
            <a:pPr marL="0" indent="0">
              <a:buNone/>
            </a:pPr>
            <a:r>
              <a:rPr lang="en-IN" dirty="0"/>
              <a:t>        Data Processing Unit</a:t>
            </a:r>
          </a:p>
          <a:p>
            <a:pPr marL="0" indent="0">
              <a:buNone/>
            </a:pPr>
            <a:r>
              <a:rPr lang="en-IN" dirty="0"/>
              <a:t>                ↓</a:t>
            </a:r>
          </a:p>
          <a:p>
            <a:pPr marL="0" indent="0">
              <a:buNone/>
            </a:pPr>
            <a:r>
              <a:rPr lang="en-IN" dirty="0"/>
              <a:t>        AI/ML Prediction Model</a:t>
            </a:r>
          </a:p>
          <a:p>
            <a:pPr marL="0" indent="0">
              <a:buNone/>
            </a:pPr>
            <a:r>
              <a:rPr lang="en-IN" dirty="0"/>
              <a:t>               ↓</a:t>
            </a:r>
          </a:p>
          <a:p>
            <a:pPr marL="0" indent="0">
              <a:buNone/>
            </a:pPr>
            <a:r>
              <a:rPr lang="en-IN" dirty="0"/>
              <a:t>     Route Optimization Engine</a:t>
            </a:r>
          </a:p>
          <a:p>
            <a:pPr marL="0" indent="0">
              <a:buNone/>
            </a:pPr>
            <a:r>
              <a:rPr lang="en-IN" dirty="0"/>
              <a:t>                ↓</a:t>
            </a:r>
          </a:p>
          <a:p>
            <a:pPr marL="0" indent="0">
              <a:buNone/>
            </a:pPr>
            <a:r>
              <a:rPr lang="en-IN" dirty="0"/>
              <a:t>        Driver Display System</a:t>
            </a:r>
          </a:p>
        </p:txBody>
      </p:sp>
    </p:spTree>
    <p:extLst>
      <p:ext uri="{BB962C8B-B14F-4D97-AF65-F5344CB8AC3E}">
        <p14:creationId xmlns:p14="http://schemas.microsoft.com/office/powerpoint/2010/main" val="1045647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5305C3-9940-4541-9DEE-9AE9C3EA6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BE71EE8-0B30-4222-9B93-921A1530B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5" y="805231"/>
            <a:ext cx="3876810" cy="5245563"/>
          </a:xfrm>
          <a:custGeom>
            <a:avLst/>
            <a:gdLst>
              <a:gd name="connsiteX0" fmla="*/ 1941583 w 3876811"/>
              <a:gd name="connsiteY0" fmla="*/ 0 h 5245563"/>
              <a:gd name="connsiteX1" fmla="*/ 2111641 w 3876811"/>
              <a:gd name="connsiteY1" fmla="*/ 149097 h 5245563"/>
              <a:gd name="connsiteX2" fmla="*/ 3370493 w 3876811"/>
              <a:gd name="connsiteY2" fmla="*/ 774451 h 5245563"/>
              <a:gd name="connsiteX3" fmla="*/ 3876811 w 3876811"/>
              <a:gd name="connsiteY3" fmla="*/ 1854684 h 5245563"/>
              <a:gd name="connsiteX4" fmla="*/ 3876811 w 3876811"/>
              <a:gd name="connsiteY4" fmla="*/ 2019920 h 5245563"/>
              <a:gd name="connsiteX5" fmla="*/ 3876811 w 3876811"/>
              <a:gd name="connsiteY5" fmla="*/ 2491569 h 5245563"/>
              <a:gd name="connsiteX6" fmla="*/ 3876811 w 3876811"/>
              <a:gd name="connsiteY6" fmla="*/ 2753995 h 5245563"/>
              <a:gd name="connsiteX7" fmla="*/ 3876811 w 3876811"/>
              <a:gd name="connsiteY7" fmla="*/ 3115353 h 5245563"/>
              <a:gd name="connsiteX8" fmla="*/ 3876811 w 3876811"/>
              <a:gd name="connsiteY8" fmla="*/ 3390879 h 5245563"/>
              <a:gd name="connsiteX9" fmla="*/ 3370493 w 3876811"/>
              <a:gd name="connsiteY9" fmla="*/ 4471114 h 5245563"/>
              <a:gd name="connsiteX10" fmla="*/ 2111639 w 3876811"/>
              <a:gd name="connsiteY10" fmla="*/ 5096465 h 5245563"/>
              <a:gd name="connsiteX11" fmla="*/ 1935228 w 3876811"/>
              <a:gd name="connsiteY11" fmla="*/ 5245563 h 5245563"/>
              <a:gd name="connsiteX12" fmla="*/ 1765171 w 3876811"/>
              <a:gd name="connsiteY12" fmla="*/ 5096465 h 5245563"/>
              <a:gd name="connsiteX13" fmla="*/ 506317 w 3876811"/>
              <a:gd name="connsiteY13" fmla="*/ 4471114 h 5245563"/>
              <a:gd name="connsiteX14" fmla="*/ 0 w 3876811"/>
              <a:gd name="connsiteY14" fmla="*/ 3390879 h 5245563"/>
              <a:gd name="connsiteX15" fmla="*/ 0 w 3876811"/>
              <a:gd name="connsiteY15" fmla="*/ 3115353 h 5245563"/>
              <a:gd name="connsiteX16" fmla="*/ 0 w 3876811"/>
              <a:gd name="connsiteY16" fmla="*/ 2753995 h 5245563"/>
              <a:gd name="connsiteX17" fmla="*/ 0 w 3876811"/>
              <a:gd name="connsiteY17" fmla="*/ 2491569 h 5245563"/>
              <a:gd name="connsiteX18" fmla="*/ 0 w 3876811"/>
              <a:gd name="connsiteY18" fmla="*/ 2019920 h 5245563"/>
              <a:gd name="connsiteX19" fmla="*/ 0 w 3876811"/>
              <a:gd name="connsiteY19" fmla="*/ 1854684 h 5245563"/>
              <a:gd name="connsiteX20" fmla="*/ 506318 w 3876811"/>
              <a:gd name="connsiteY20" fmla="*/ 774451 h 5245563"/>
              <a:gd name="connsiteX21" fmla="*/ 1765173 w 3876811"/>
              <a:gd name="connsiteY21" fmla="*/ 149097 h 524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76811" h="5245563">
                <a:moveTo>
                  <a:pt x="1941583" y="0"/>
                </a:moveTo>
                <a:lnTo>
                  <a:pt x="2111641" y="149097"/>
                </a:lnTo>
                <a:cubicBezTo>
                  <a:pt x="2533315" y="474958"/>
                  <a:pt x="3008487" y="564716"/>
                  <a:pt x="3370493" y="774451"/>
                </a:cubicBezTo>
                <a:cubicBezTo>
                  <a:pt x="3718590" y="1017851"/>
                  <a:pt x="3876811" y="1296993"/>
                  <a:pt x="3876811" y="1854684"/>
                </a:cubicBezTo>
                <a:lnTo>
                  <a:pt x="3876811" y="2019920"/>
                </a:lnTo>
                <a:lnTo>
                  <a:pt x="3876811" y="2491569"/>
                </a:lnTo>
                <a:lnTo>
                  <a:pt x="3876811" y="2753995"/>
                </a:lnTo>
                <a:lnTo>
                  <a:pt x="3876811" y="3115353"/>
                </a:lnTo>
                <a:lnTo>
                  <a:pt x="3876811" y="3390879"/>
                </a:lnTo>
                <a:cubicBezTo>
                  <a:pt x="3876811" y="3948571"/>
                  <a:pt x="3718588" y="4227713"/>
                  <a:pt x="3370493" y="4471114"/>
                </a:cubicBezTo>
                <a:cubicBezTo>
                  <a:pt x="3008484" y="4680847"/>
                  <a:pt x="2533312" y="4770605"/>
                  <a:pt x="2111639" y="5096465"/>
                </a:cubicBezTo>
                <a:lnTo>
                  <a:pt x="1935228" y="5245563"/>
                </a:lnTo>
                <a:lnTo>
                  <a:pt x="1765171" y="5096465"/>
                </a:lnTo>
                <a:cubicBezTo>
                  <a:pt x="1343496" y="4770605"/>
                  <a:pt x="868325" y="4680847"/>
                  <a:pt x="506317" y="4471114"/>
                </a:cubicBezTo>
                <a:cubicBezTo>
                  <a:pt x="158223" y="4227713"/>
                  <a:pt x="0" y="3948571"/>
                  <a:pt x="0" y="3390879"/>
                </a:cubicBezTo>
                <a:lnTo>
                  <a:pt x="0" y="3115353"/>
                </a:lnTo>
                <a:lnTo>
                  <a:pt x="0" y="2753995"/>
                </a:lnTo>
                <a:lnTo>
                  <a:pt x="0" y="2491569"/>
                </a:lnTo>
                <a:lnTo>
                  <a:pt x="0" y="2019920"/>
                </a:lnTo>
                <a:lnTo>
                  <a:pt x="0" y="1854684"/>
                </a:lnTo>
                <a:cubicBezTo>
                  <a:pt x="0" y="1296993"/>
                  <a:pt x="158224" y="1017851"/>
                  <a:pt x="506318" y="774451"/>
                </a:cubicBezTo>
                <a:cubicBezTo>
                  <a:pt x="868327" y="564716"/>
                  <a:pt x="1343498" y="474958"/>
                  <a:pt x="1765173" y="149097"/>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7A577E7F-985C-4F15-99FB-3ABFA635A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8" y="720724"/>
            <a:ext cx="4014345" cy="5414576"/>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4647AF9-9ED5-F2D4-5084-73882E15C7D7}"/>
              </a:ext>
            </a:extLst>
          </p:cNvPr>
          <p:cNvSpPr>
            <a:spLocks noGrp="1"/>
          </p:cNvSpPr>
          <p:nvPr>
            <p:ph type="title"/>
          </p:nvPr>
        </p:nvSpPr>
        <p:spPr>
          <a:xfrm>
            <a:off x="1459043" y="1926236"/>
            <a:ext cx="3177915" cy="2983043"/>
          </a:xfrm>
        </p:spPr>
        <p:txBody>
          <a:bodyPr>
            <a:normAutofit/>
          </a:bodyPr>
          <a:lstStyle/>
          <a:p>
            <a:pPr algn="ctr">
              <a:lnSpc>
                <a:spcPct val="90000"/>
              </a:lnSpc>
            </a:pPr>
            <a:r>
              <a:rPr lang="en-IN" dirty="0"/>
              <a:t>Conditions  required for fuel efficiency in heavy duty trucks</a:t>
            </a:r>
            <a:endParaRPr lang="en-IN"/>
          </a:p>
        </p:txBody>
      </p:sp>
      <p:graphicFrame>
        <p:nvGraphicFramePr>
          <p:cNvPr id="5" name="Content Placeholder 2">
            <a:extLst>
              <a:ext uri="{FF2B5EF4-FFF2-40B4-BE49-F238E27FC236}">
                <a16:creationId xmlns:a16="http://schemas.microsoft.com/office/drawing/2014/main" id="{E4BC3BCC-14C9-7551-D40D-85FC70634BEE}"/>
              </a:ext>
            </a:extLst>
          </p:cNvPr>
          <p:cNvGraphicFramePr>
            <a:graphicFrameLocks noGrp="1"/>
          </p:cNvGraphicFramePr>
          <p:nvPr>
            <p:ph idx="1"/>
            <p:extLst>
              <p:ext uri="{D42A27DB-BD31-4B8C-83A1-F6EECF244321}">
                <p14:modId xmlns:p14="http://schemas.microsoft.com/office/powerpoint/2010/main" val="2156790681"/>
              </p:ext>
            </p:extLst>
          </p:nvPr>
        </p:nvGraphicFramePr>
        <p:xfrm>
          <a:off x="5773479" y="720724"/>
          <a:ext cx="5466021" cy="51847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8137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C08128-EF65-757E-3780-2890BB9CBA07}"/>
              </a:ext>
            </a:extLst>
          </p:cNvPr>
          <p:cNvSpPr>
            <a:spLocks noGrp="1"/>
          </p:cNvSpPr>
          <p:nvPr>
            <p:ph type="title"/>
          </p:nvPr>
        </p:nvSpPr>
        <p:spPr>
          <a:xfrm>
            <a:off x="1533524" y="1921668"/>
            <a:ext cx="3028950" cy="3386137"/>
          </a:xfrm>
        </p:spPr>
        <p:txBody>
          <a:bodyPr>
            <a:normAutofit/>
          </a:bodyPr>
          <a:lstStyle/>
          <a:p>
            <a:pPr algn="ctr"/>
            <a:r>
              <a:rPr lang="en-IN" dirty="0"/>
              <a:t>Traffic Conditions</a:t>
            </a:r>
            <a:endParaRPr lang="en-IN"/>
          </a:p>
        </p:txBody>
      </p:sp>
      <p:sp>
        <p:nvSpPr>
          <p:cNvPr id="3" name="Content Placeholder 2">
            <a:extLst>
              <a:ext uri="{FF2B5EF4-FFF2-40B4-BE49-F238E27FC236}">
                <a16:creationId xmlns:a16="http://schemas.microsoft.com/office/drawing/2014/main" id="{862E5968-B742-BB9C-F2E0-82577479E6CF}"/>
              </a:ext>
            </a:extLst>
          </p:cNvPr>
          <p:cNvSpPr>
            <a:spLocks noGrp="1"/>
          </p:cNvSpPr>
          <p:nvPr>
            <p:ph idx="1"/>
          </p:nvPr>
        </p:nvSpPr>
        <p:spPr>
          <a:xfrm>
            <a:off x="5158322" y="180754"/>
            <a:ext cx="7068061" cy="6677246"/>
          </a:xfrm>
        </p:spPr>
        <p:txBody>
          <a:bodyPr anchor="ctr">
            <a:normAutofit/>
          </a:bodyPr>
          <a:lstStyle/>
          <a:p>
            <a:pPr marL="0" indent="0">
              <a:lnSpc>
                <a:spcPct val="100000"/>
              </a:lnSpc>
              <a:buNone/>
            </a:pPr>
            <a:r>
              <a:rPr lang="en-US" sz="1600" dirty="0"/>
              <a:t>Traffic has a </a:t>
            </a:r>
            <a:r>
              <a:rPr lang="en-US" sz="1600" b="1" dirty="0"/>
              <a:t>direct and measurable impact</a:t>
            </a:r>
            <a:r>
              <a:rPr lang="en-US" sz="1600" dirty="0"/>
              <a:t> on fuel consumption, emissions, travel time, and braking behavior in heavy-duty trucks.</a:t>
            </a:r>
          </a:p>
          <a:p>
            <a:pPr marL="0" indent="0">
              <a:lnSpc>
                <a:spcPct val="100000"/>
              </a:lnSpc>
              <a:buNone/>
            </a:pPr>
            <a:r>
              <a:rPr lang="en-US" sz="1600" b="1" dirty="0"/>
              <a:t>    </a:t>
            </a:r>
            <a:r>
              <a:rPr lang="en-US" sz="1600" b="1" u="sng" dirty="0"/>
              <a:t>Stop-and-Go Conditions</a:t>
            </a:r>
          </a:p>
          <a:p>
            <a:pPr>
              <a:lnSpc>
                <a:spcPct val="100000"/>
              </a:lnSpc>
            </a:pPr>
            <a:r>
              <a:rPr lang="en-US" sz="1600" dirty="0"/>
              <a:t>In congested traffic:</a:t>
            </a:r>
          </a:p>
          <a:p>
            <a:pPr>
              <a:lnSpc>
                <a:spcPct val="100000"/>
              </a:lnSpc>
            </a:pPr>
            <a:r>
              <a:rPr lang="en-US" sz="1600" dirty="0"/>
              <a:t>Vehicles frequently </a:t>
            </a:r>
            <a:r>
              <a:rPr lang="en-US" sz="1600" b="1" dirty="0"/>
              <a:t>accelerate and brake</a:t>
            </a:r>
            <a:r>
              <a:rPr lang="en-US" sz="1600" dirty="0"/>
              <a:t> </a:t>
            </a:r>
          </a:p>
          <a:p>
            <a:pPr>
              <a:lnSpc>
                <a:spcPct val="100000"/>
              </a:lnSpc>
            </a:pPr>
            <a:r>
              <a:rPr lang="en-US" sz="1600" dirty="0"/>
              <a:t>Trucks (due to high mass) consume more fuel during acceleration </a:t>
            </a:r>
          </a:p>
          <a:p>
            <a:pPr>
              <a:lnSpc>
                <a:spcPct val="100000"/>
              </a:lnSpc>
            </a:pPr>
            <a:r>
              <a:rPr lang="en-US" sz="1600" dirty="0"/>
              <a:t>Leads to </a:t>
            </a:r>
            <a:r>
              <a:rPr lang="en-US" sz="1600" b="1" dirty="0"/>
              <a:t>higher brake wear and energy loss</a:t>
            </a:r>
            <a:r>
              <a:rPr lang="en-US" sz="1600" dirty="0"/>
              <a:t> </a:t>
            </a:r>
          </a:p>
          <a:p>
            <a:pPr marL="0" indent="0">
              <a:lnSpc>
                <a:spcPct val="100000"/>
              </a:lnSpc>
              <a:buNone/>
            </a:pPr>
            <a:r>
              <a:rPr lang="en-US" sz="1600" dirty="0"/>
              <a:t> Studies from the International Energy Agency show that stop-and-go traffic can increase fuel consumption by </a:t>
            </a:r>
            <a:r>
              <a:rPr lang="en-US" sz="1600" b="1" dirty="0"/>
              <a:t>20–40%</a:t>
            </a:r>
            <a:r>
              <a:rPr lang="en-US" sz="1600" dirty="0"/>
              <a:t> in heavy vehicles.</a:t>
            </a:r>
          </a:p>
          <a:p>
            <a:pPr>
              <a:lnSpc>
                <a:spcPct val="100000"/>
              </a:lnSpc>
            </a:pPr>
            <a:r>
              <a:rPr lang="en-IN" sz="1600" b="1" u="sng" dirty="0"/>
              <a:t>Idling Time</a:t>
            </a:r>
          </a:p>
          <a:p>
            <a:pPr>
              <a:lnSpc>
                <a:spcPct val="100000"/>
              </a:lnSpc>
            </a:pPr>
            <a:r>
              <a:rPr lang="en-IN" sz="1600" dirty="0"/>
              <a:t>Trucks stuck in traffic keep engines running </a:t>
            </a:r>
          </a:p>
          <a:p>
            <a:pPr>
              <a:lnSpc>
                <a:spcPct val="100000"/>
              </a:lnSpc>
            </a:pPr>
            <a:r>
              <a:rPr lang="en-IN" sz="1600" dirty="0"/>
              <a:t>Results in </a:t>
            </a:r>
            <a:r>
              <a:rPr lang="en-IN" sz="1600" b="1" dirty="0"/>
              <a:t>fuel wastage without movement</a:t>
            </a:r>
            <a:r>
              <a:rPr lang="en-IN" sz="1600" dirty="0"/>
              <a:t> </a:t>
            </a:r>
          </a:p>
          <a:p>
            <a:pPr>
              <a:lnSpc>
                <a:spcPct val="100000"/>
              </a:lnSpc>
            </a:pPr>
            <a:r>
              <a:rPr lang="en-IN" sz="1600" dirty="0"/>
              <a:t>Increases CO₂ and NOx emissions </a:t>
            </a:r>
          </a:p>
          <a:p>
            <a:pPr>
              <a:lnSpc>
                <a:spcPct val="100000"/>
              </a:lnSpc>
            </a:pPr>
            <a:r>
              <a:rPr lang="en-IN" sz="1600" b="1" u="sng" dirty="0"/>
              <a:t>Speed Variability</a:t>
            </a:r>
          </a:p>
          <a:p>
            <a:pPr>
              <a:lnSpc>
                <a:spcPct val="100000"/>
              </a:lnSpc>
            </a:pPr>
            <a:r>
              <a:rPr lang="en-IN" sz="1600" dirty="0"/>
              <a:t>Ideal fuel efficiency occurs at </a:t>
            </a:r>
            <a:r>
              <a:rPr lang="en-IN" sz="1600" b="1" dirty="0"/>
              <a:t>steady speeds (40–60 km/h)</a:t>
            </a:r>
            <a:r>
              <a:rPr lang="en-IN" sz="1600" dirty="0"/>
              <a:t> </a:t>
            </a:r>
          </a:p>
          <a:p>
            <a:pPr>
              <a:lnSpc>
                <a:spcPct val="100000"/>
              </a:lnSpc>
            </a:pPr>
            <a:r>
              <a:rPr lang="en-IN" sz="1600" dirty="0"/>
              <a:t>Traffic causes: </a:t>
            </a:r>
          </a:p>
          <a:p>
            <a:pPr lvl="1">
              <a:lnSpc>
                <a:spcPct val="100000"/>
              </a:lnSpc>
            </a:pPr>
            <a:r>
              <a:rPr lang="en-IN" sz="1600" dirty="0"/>
              <a:t>Sudden deceleration </a:t>
            </a:r>
          </a:p>
          <a:p>
            <a:pPr lvl="1">
              <a:lnSpc>
                <a:spcPct val="100000"/>
              </a:lnSpc>
            </a:pPr>
            <a:r>
              <a:rPr lang="en-IN" sz="1600" dirty="0"/>
              <a:t>Irregular speed profiles</a:t>
            </a:r>
          </a:p>
          <a:p>
            <a:pPr>
              <a:lnSpc>
                <a:spcPct val="100000"/>
              </a:lnSpc>
            </a:pPr>
            <a:endParaRPr lang="en-US" sz="1000" dirty="0"/>
          </a:p>
          <a:p>
            <a:pPr>
              <a:lnSpc>
                <a:spcPct val="100000"/>
              </a:lnSpc>
            </a:pPr>
            <a:endParaRPr lang="en-IN" sz="1000" dirty="0"/>
          </a:p>
        </p:txBody>
      </p:sp>
    </p:spTree>
    <p:extLst>
      <p:ext uri="{BB962C8B-B14F-4D97-AF65-F5344CB8AC3E}">
        <p14:creationId xmlns:p14="http://schemas.microsoft.com/office/powerpoint/2010/main" val="2825116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7E5F087-2707-C1EC-BC33-135EDDDD139D}"/>
              </a:ext>
            </a:extLst>
          </p:cNvPr>
          <p:cNvSpPr>
            <a:spLocks noGrp="1"/>
          </p:cNvSpPr>
          <p:nvPr>
            <p:ph type="title"/>
          </p:nvPr>
        </p:nvSpPr>
        <p:spPr>
          <a:xfrm>
            <a:off x="1533524" y="1921668"/>
            <a:ext cx="3028950" cy="3386137"/>
          </a:xfrm>
        </p:spPr>
        <p:txBody>
          <a:bodyPr>
            <a:normAutofit/>
          </a:bodyPr>
          <a:lstStyle/>
          <a:p>
            <a:pPr algn="ctr"/>
            <a:r>
              <a:rPr lang="en-IN" dirty="0"/>
              <a:t>Number of Traffic signals</a:t>
            </a:r>
            <a:endParaRPr lang="en-IN"/>
          </a:p>
        </p:txBody>
      </p:sp>
      <p:sp>
        <p:nvSpPr>
          <p:cNvPr id="3" name="Content Placeholder 2">
            <a:extLst>
              <a:ext uri="{FF2B5EF4-FFF2-40B4-BE49-F238E27FC236}">
                <a16:creationId xmlns:a16="http://schemas.microsoft.com/office/drawing/2014/main" id="{C51B2AC6-7E3F-A1BE-AEB5-3AD89F12C589}"/>
              </a:ext>
            </a:extLst>
          </p:cNvPr>
          <p:cNvSpPr>
            <a:spLocks noGrp="1"/>
          </p:cNvSpPr>
          <p:nvPr>
            <p:ph idx="1"/>
          </p:nvPr>
        </p:nvSpPr>
        <p:spPr>
          <a:xfrm>
            <a:off x="5123939" y="318977"/>
            <a:ext cx="7068061" cy="6358269"/>
          </a:xfrm>
        </p:spPr>
        <p:txBody>
          <a:bodyPr anchor="ctr">
            <a:normAutofit/>
          </a:bodyPr>
          <a:lstStyle/>
          <a:p>
            <a:pPr>
              <a:lnSpc>
                <a:spcPct val="100000"/>
              </a:lnSpc>
            </a:pPr>
            <a:r>
              <a:rPr lang="en-US" sz="1600" dirty="0"/>
              <a:t>Traffic signals are one of the </a:t>
            </a:r>
            <a:r>
              <a:rPr lang="en-US" sz="1600" b="1" dirty="0"/>
              <a:t>most critical factors</a:t>
            </a:r>
            <a:r>
              <a:rPr lang="en-US" sz="1600" dirty="0"/>
              <a:t> influencing route performance, especially for </a:t>
            </a:r>
            <a:r>
              <a:rPr lang="en-US" sz="1600" b="1" dirty="0"/>
              <a:t>heavy-duty trucks</a:t>
            </a:r>
            <a:r>
              <a:rPr lang="en-US" sz="1600" dirty="0"/>
              <a:t>. An increased number of signals directly leads to more stops, braking, and fuel consumption.</a:t>
            </a:r>
          </a:p>
          <a:p>
            <a:pPr marL="0" indent="0">
              <a:lnSpc>
                <a:spcPct val="100000"/>
              </a:lnSpc>
              <a:buNone/>
            </a:pPr>
            <a:endParaRPr lang="en-US" sz="1600" b="1" dirty="0"/>
          </a:p>
          <a:p>
            <a:pPr marL="0" indent="0">
              <a:lnSpc>
                <a:spcPct val="100000"/>
              </a:lnSpc>
              <a:buNone/>
            </a:pPr>
            <a:r>
              <a:rPr lang="en-US" sz="1600" b="1" dirty="0"/>
              <a:t> Increased Braking Frequency</a:t>
            </a:r>
          </a:p>
          <a:p>
            <a:pPr>
              <a:lnSpc>
                <a:spcPct val="100000"/>
              </a:lnSpc>
            </a:pPr>
            <a:r>
              <a:rPr lang="en-US" sz="1600" dirty="0"/>
              <a:t>Each traffic signal typically requires: </a:t>
            </a:r>
          </a:p>
          <a:p>
            <a:pPr lvl="1">
              <a:lnSpc>
                <a:spcPct val="100000"/>
              </a:lnSpc>
            </a:pPr>
            <a:r>
              <a:rPr lang="en-US" sz="1600" dirty="0"/>
              <a:t>Deceleration → braking </a:t>
            </a:r>
          </a:p>
          <a:p>
            <a:pPr lvl="1">
              <a:lnSpc>
                <a:spcPct val="100000"/>
              </a:lnSpc>
            </a:pPr>
            <a:r>
              <a:rPr lang="en-US" sz="1600" dirty="0"/>
              <a:t>Complete stop </a:t>
            </a:r>
          </a:p>
          <a:p>
            <a:pPr lvl="1">
              <a:lnSpc>
                <a:spcPct val="100000"/>
              </a:lnSpc>
            </a:pPr>
            <a:r>
              <a:rPr lang="en-US" sz="1600" dirty="0"/>
              <a:t>Acceleration </a:t>
            </a:r>
          </a:p>
          <a:p>
            <a:pPr>
              <a:lnSpc>
                <a:spcPct val="100000"/>
              </a:lnSpc>
            </a:pPr>
            <a:r>
              <a:rPr lang="en-US" sz="1600" b="1" dirty="0"/>
              <a:t>For heavy trucks:</a:t>
            </a:r>
          </a:p>
          <a:p>
            <a:pPr>
              <a:lnSpc>
                <a:spcPct val="100000"/>
              </a:lnSpc>
            </a:pPr>
            <a:r>
              <a:rPr lang="en-US" sz="1600" dirty="0"/>
              <a:t>High mass ⇒ more energy lost during braking </a:t>
            </a:r>
          </a:p>
          <a:p>
            <a:pPr>
              <a:lnSpc>
                <a:spcPct val="100000"/>
              </a:lnSpc>
            </a:pPr>
            <a:r>
              <a:rPr lang="en-US" sz="1600" dirty="0"/>
              <a:t>More fuel required to regain speed</a:t>
            </a:r>
          </a:p>
          <a:p>
            <a:pPr marL="0" indent="0">
              <a:lnSpc>
                <a:spcPct val="100000"/>
              </a:lnSpc>
              <a:buNone/>
            </a:pPr>
            <a:r>
              <a:rPr lang="en-US" sz="1600" b="1" dirty="0"/>
              <a:t>  At every signal:</a:t>
            </a:r>
          </a:p>
          <a:p>
            <a:pPr>
              <a:lnSpc>
                <a:spcPct val="100000"/>
              </a:lnSpc>
            </a:pPr>
            <a:r>
              <a:rPr lang="en-US" sz="1600" dirty="0"/>
              <a:t>Engine idles while waiting </a:t>
            </a:r>
          </a:p>
          <a:p>
            <a:pPr>
              <a:lnSpc>
                <a:spcPct val="100000"/>
              </a:lnSpc>
            </a:pPr>
            <a:r>
              <a:rPr lang="en-US" sz="1600" dirty="0"/>
              <a:t>Extra fuel is used during acceleration </a:t>
            </a:r>
          </a:p>
          <a:p>
            <a:pPr marL="0" indent="0">
              <a:lnSpc>
                <a:spcPct val="100000"/>
              </a:lnSpc>
              <a:buNone/>
            </a:pPr>
            <a:r>
              <a:rPr lang="en-US" sz="1600" dirty="0"/>
              <a:t> According to studies from the International Energy Agency:</a:t>
            </a:r>
          </a:p>
          <a:p>
            <a:pPr marL="0" indent="0">
              <a:lnSpc>
                <a:spcPct val="100000"/>
              </a:lnSpc>
              <a:buNone/>
            </a:pPr>
            <a:r>
              <a:rPr lang="en-US" sz="1600" dirty="0"/>
              <a:t>Frequent stopping can increase fuel consumption by </a:t>
            </a:r>
            <a:r>
              <a:rPr lang="en-US" sz="1600" b="1" dirty="0"/>
              <a:t>15–30%</a:t>
            </a:r>
            <a:r>
              <a:rPr lang="en-US" sz="1600" dirty="0"/>
              <a:t> in urban driving</a:t>
            </a:r>
          </a:p>
          <a:p>
            <a:pPr>
              <a:lnSpc>
                <a:spcPct val="100000"/>
              </a:lnSpc>
            </a:pPr>
            <a:endParaRPr lang="en-US" sz="1000" dirty="0"/>
          </a:p>
          <a:p>
            <a:pPr>
              <a:lnSpc>
                <a:spcPct val="100000"/>
              </a:lnSpc>
            </a:pPr>
            <a:endParaRPr lang="en-IN" sz="1000" dirty="0"/>
          </a:p>
        </p:txBody>
      </p:sp>
    </p:spTree>
    <p:extLst>
      <p:ext uri="{BB962C8B-B14F-4D97-AF65-F5344CB8AC3E}">
        <p14:creationId xmlns:p14="http://schemas.microsoft.com/office/powerpoint/2010/main" val="3263543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7ACB4EB-B3EC-0173-5E4C-6AA016DAD9BF}"/>
              </a:ext>
            </a:extLst>
          </p:cNvPr>
          <p:cNvSpPr>
            <a:spLocks noGrp="1"/>
          </p:cNvSpPr>
          <p:nvPr>
            <p:ph type="title"/>
          </p:nvPr>
        </p:nvSpPr>
        <p:spPr>
          <a:xfrm>
            <a:off x="1533524" y="1921668"/>
            <a:ext cx="3028950" cy="3386137"/>
          </a:xfrm>
        </p:spPr>
        <p:txBody>
          <a:bodyPr>
            <a:normAutofit/>
          </a:bodyPr>
          <a:lstStyle/>
          <a:p>
            <a:pPr algn="ctr"/>
            <a:r>
              <a:rPr lang="en-IN" dirty="0"/>
              <a:t>Length of route and Width of road</a:t>
            </a:r>
            <a:endParaRPr lang="en-IN"/>
          </a:p>
        </p:txBody>
      </p:sp>
      <p:sp>
        <p:nvSpPr>
          <p:cNvPr id="3" name="Content Placeholder 2">
            <a:extLst>
              <a:ext uri="{FF2B5EF4-FFF2-40B4-BE49-F238E27FC236}">
                <a16:creationId xmlns:a16="http://schemas.microsoft.com/office/drawing/2014/main" id="{CE06E31C-B4E6-7B43-684A-D299F1816F8E}"/>
              </a:ext>
            </a:extLst>
          </p:cNvPr>
          <p:cNvSpPr>
            <a:spLocks noGrp="1"/>
          </p:cNvSpPr>
          <p:nvPr>
            <p:ph idx="1"/>
          </p:nvPr>
        </p:nvSpPr>
        <p:spPr>
          <a:xfrm>
            <a:off x="5410335" y="180753"/>
            <a:ext cx="6125991" cy="6347637"/>
          </a:xfrm>
        </p:spPr>
        <p:txBody>
          <a:bodyPr anchor="ctr">
            <a:normAutofit/>
          </a:bodyPr>
          <a:lstStyle/>
          <a:p>
            <a:pPr marL="0" indent="0">
              <a:lnSpc>
                <a:spcPct val="100000"/>
              </a:lnSpc>
              <a:buNone/>
            </a:pPr>
            <a:r>
              <a:rPr lang="en-US" sz="1400" b="1" u="sng" dirty="0"/>
              <a:t>Effect of Road Length</a:t>
            </a:r>
          </a:p>
          <a:p>
            <a:pPr marL="0" indent="0">
              <a:lnSpc>
                <a:spcPct val="100000"/>
              </a:lnSpc>
              <a:buNone/>
            </a:pPr>
            <a:r>
              <a:rPr lang="en-US" sz="1400" b="1" dirty="0"/>
              <a:t> Longer Distance → Higher Fuel Consumption</a:t>
            </a:r>
          </a:p>
          <a:p>
            <a:pPr>
              <a:lnSpc>
                <a:spcPct val="100000"/>
              </a:lnSpc>
            </a:pPr>
            <a:r>
              <a:rPr lang="en-US" sz="1400" dirty="0"/>
              <a:t>Fuel consumption is roughly proportional to distance </a:t>
            </a:r>
          </a:p>
          <a:p>
            <a:pPr>
              <a:lnSpc>
                <a:spcPct val="100000"/>
              </a:lnSpc>
            </a:pPr>
            <a:r>
              <a:rPr lang="en-US" sz="1400" dirty="0"/>
              <a:t>More distance = more engine running time</a:t>
            </a:r>
          </a:p>
          <a:p>
            <a:pPr marL="0" indent="0">
              <a:lnSpc>
                <a:spcPct val="100000"/>
              </a:lnSpc>
              <a:buNone/>
            </a:pPr>
            <a:r>
              <a:rPr lang="en-US" sz="1400" b="1" u="sng" dirty="0"/>
              <a:t>  Effect of Road Width</a:t>
            </a:r>
          </a:p>
          <a:p>
            <a:pPr>
              <a:lnSpc>
                <a:spcPct val="100000"/>
              </a:lnSpc>
            </a:pPr>
            <a:r>
              <a:rPr lang="en-US" sz="1400" dirty="0"/>
              <a:t>Road width determines </a:t>
            </a:r>
            <a:r>
              <a:rPr lang="en-US" sz="1400" b="1" dirty="0"/>
              <a:t>traffic flow quality</a:t>
            </a:r>
            <a:r>
              <a:rPr lang="en-US" sz="1400" dirty="0"/>
              <a:t> and </a:t>
            </a:r>
            <a:r>
              <a:rPr lang="en-US" sz="1400" b="1" dirty="0"/>
              <a:t>driving smoothness</a:t>
            </a:r>
            <a:r>
              <a:rPr lang="en-US" sz="1400" dirty="0"/>
              <a:t>.</a:t>
            </a:r>
          </a:p>
          <a:p>
            <a:pPr marL="0" indent="0">
              <a:lnSpc>
                <a:spcPct val="100000"/>
              </a:lnSpc>
              <a:buNone/>
            </a:pPr>
            <a:r>
              <a:rPr lang="en-US" sz="1400" b="1" dirty="0"/>
              <a:t>   Narrow Roads</a:t>
            </a:r>
          </a:p>
          <a:p>
            <a:pPr>
              <a:lnSpc>
                <a:spcPct val="100000"/>
              </a:lnSpc>
            </a:pPr>
            <a:r>
              <a:rPr lang="en-US" sz="1400" dirty="0"/>
              <a:t>Limited space for movement </a:t>
            </a:r>
          </a:p>
          <a:p>
            <a:pPr>
              <a:lnSpc>
                <a:spcPct val="100000"/>
              </a:lnSpc>
            </a:pPr>
            <a:r>
              <a:rPr lang="en-US" sz="1400" dirty="0"/>
              <a:t>Higher congestion probability </a:t>
            </a:r>
          </a:p>
          <a:p>
            <a:pPr>
              <a:lnSpc>
                <a:spcPct val="100000"/>
              </a:lnSpc>
            </a:pPr>
            <a:r>
              <a:rPr lang="en-US" sz="1400" dirty="0"/>
              <a:t>Frequent braking due to: </a:t>
            </a:r>
          </a:p>
          <a:p>
            <a:pPr lvl="1">
              <a:lnSpc>
                <a:spcPct val="100000"/>
              </a:lnSpc>
            </a:pPr>
            <a:r>
              <a:rPr lang="en-US" sz="1400" dirty="0"/>
              <a:t>Overtaking restrictions </a:t>
            </a:r>
          </a:p>
          <a:p>
            <a:pPr lvl="1">
              <a:lnSpc>
                <a:spcPct val="100000"/>
              </a:lnSpc>
            </a:pPr>
            <a:r>
              <a:rPr lang="en-US" sz="1400" dirty="0"/>
              <a:t>Pedestrian interference </a:t>
            </a:r>
          </a:p>
          <a:p>
            <a:pPr lvl="1">
              <a:lnSpc>
                <a:spcPct val="100000"/>
              </a:lnSpc>
            </a:pPr>
            <a:r>
              <a:rPr lang="en-US" sz="1400" dirty="0"/>
              <a:t>Mixed traffic</a:t>
            </a:r>
          </a:p>
          <a:p>
            <a:pPr>
              <a:lnSpc>
                <a:spcPct val="100000"/>
              </a:lnSpc>
            </a:pPr>
            <a:r>
              <a:rPr lang="en-US" sz="1400" b="1" dirty="0"/>
              <a:t>Wider Roads (Multi-lane Highways)</a:t>
            </a:r>
          </a:p>
          <a:p>
            <a:pPr>
              <a:lnSpc>
                <a:spcPct val="100000"/>
              </a:lnSpc>
            </a:pPr>
            <a:r>
              <a:rPr lang="en-US" sz="1400" dirty="0"/>
              <a:t>Better traffic distribution </a:t>
            </a:r>
          </a:p>
          <a:p>
            <a:pPr>
              <a:lnSpc>
                <a:spcPct val="100000"/>
              </a:lnSpc>
            </a:pPr>
            <a:r>
              <a:rPr lang="en-US" sz="1400" dirty="0"/>
              <a:t>Easier overtaking </a:t>
            </a:r>
          </a:p>
          <a:p>
            <a:pPr>
              <a:lnSpc>
                <a:spcPct val="100000"/>
              </a:lnSpc>
            </a:pPr>
            <a:r>
              <a:rPr lang="en-US" sz="1400" dirty="0"/>
              <a:t>Fewer interruptions</a:t>
            </a:r>
          </a:p>
          <a:p>
            <a:pPr lvl="1">
              <a:lnSpc>
                <a:spcPct val="100000"/>
              </a:lnSpc>
            </a:pPr>
            <a:endParaRPr lang="en-US" sz="1400" dirty="0"/>
          </a:p>
          <a:p>
            <a:pPr>
              <a:lnSpc>
                <a:spcPct val="100000"/>
              </a:lnSpc>
            </a:pPr>
            <a:endParaRPr lang="en-IN" sz="1000" dirty="0"/>
          </a:p>
        </p:txBody>
      </p:sp>
    </p:spTree>
    <p:extLst>
      <p:ext uri="{BB962C8B-B14F-4D97-AF65-F5344CB8AC3E}">
        <p14:creationId xmlns:p14="http://schemas.microsoft.com/office/powerpoint/2010/main" val="3428929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206359A-F1E3-49EE-BBC2-40888C4A36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65700" y="2026"/>
            <a:ext cx="2926300" cy="5030922"/>
            <a:chOff x="9265700" y="2026"/>
            <a:chExt cx="2926300" cy="5030922"/>
          </a:xfrm>
        </p:grpSpPr>
        <p:sp>
          <p:nvSpPr>
            <p:cNvPr id="11" name="Freeform: Shape 10">
              <a:extLst>
                <a:ext uri="{FF2B5EF4-FFF2-40B4-BE49-F238E27FC236}">
                  <a16:creationId xmlns:a16="http://schemas.microsoft.com/office/drawing/2014/main" id="{CED90C42-6A0F-48E8-BF96-7D3E2A39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DA0863A-55F7-4EB0-9451-F3EE4D65D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5FE7CFE2-40F6-44B2-8AAD-0C384EEF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9F0D6A17-AA80-4608-8660-8D1587A1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useBgFill="1">
        <p:nvSpPr>
          <p:cNvPr id="16" name="Rectangle 15">
            <a:extLst>
              <a:ext uri="{FF2B5EF4-FFF2-40B4-BE49-F238E27FC236}">
                <a16:creationId xmlns:a16="http://schemas.microsoft.com/office/drawing/2014/main" id="{4958DF84-F5C6-794F-8945-485D6C1075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4AF0997A-7C0F-4AD2-BA90-5FE341A17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5" y="805231"/>
            <a:ext cx="3876811" cy="5245563"/>
          </a:xfrm>
          <a:custGeom>
            <a:avLst/>
            <a:gdLst>
              <a:gd name="connsiteX0" fmla="*/ 1941583 w 3876811"/>
              <a:gd name="connsiteY0" fmla="*/ 0 h 5245563"/>
              <a:gd name="connsiteX1" fmla="*/ 2111641 w 3876811"/>
              <a:gd name="connsiteY1" fmla="*/ 149097 h 5245563"/>
              <a:gd name="connsiteX2" fmla="*/ 3370493 w 3876811"/>
              <a:gd name="connsiteY2" fmla="*/ 774451 h 5245563"/>
              <a:gd name="connsiteX3" fmla="*/ 3876811 w 3876811"/>
              <a:gd name="connsiteY3" fmla="*/ 1854684 h 5245563"/>
              <a:gd name="connsiteX4" fmla="*/ 3876811 w 3876811"/>
              <a:gd name="connsiteY4" fmla="*/ 2019920 h 5245563"/>
              <a:gd name="connsiteX5" fmla="*/ 3876811 w 3876811"/>
              <a:gd name="connsiteY5" fmla="*/ 2491569 h 5245563"/>
              <a:gd name="connsiteX6" fmla="*/ 3876811 w 3876811"/>
              <a:gd name="connsiteY6" fmla="*/ 2753995 h 5245563"/>
              <a:gd name="connsiteX7" fmla="*/ 3876811 w 3876811"/>
              <a:gd name="connsiteY7" fmla="*/ 3115353 h 5245563"/>
              <a:gd name="connsiteX8" fmla="*/ 3876811 w 3876811"/>
              <a:gd name="connsiteY8" fmla="*/ 3390879 h 5245563"/>
              <a:gd name="connsiteX9" fmla="*/ 3370493 w 3876811"/>
              <a:gd name="connsiteY9" fmla="*/ 4471114 h 5245563"/>
              <a:gd name="connsiteX10" fmla="*/ 2111639 w 3876811"/>
              <a:gd name="connsiteY10" fmla="*/ 5096465 h 5245563"/>
              <a:gd name="connsiteX11" fmla="*/ 1935228 w 3876811"/>
              <a:gd name="connsiteY11" fmla="*/ 5245563 h 5245563"/>
              <a:gd name="connsiteX12" fmla="*/ 1765171 w 3876811"/>
              <a:gd name="connsiteY12" fmla="*/ 5096465 h 5245563"/>
              <a:gd name="connsiteX13" fmla="*/ 506317 w 3876811"/>
              <a:gd name="connsiteY13" fmla="*/ 4471114 h 5245563"/>
              <a:gd name="connsiteX14" fmla="*/ 0 w 3876811"/>
              <a:gd name="connsiteY14" fmla="*/ 3390879 h 5245563"/>
              <a:gd name="connsiteX15" fmla="*/ 0 w 3876811"/>
              <a:gd name="connsiteY15" fmla="*/ 3115353 h 5245563"/>
              <a:gd name="connsiteX16" fmla="*/ 0 w 3876811"/>
              <a:gd name="connsiteY16" fmla="*/ 2753995 h 5245563"/>
              <a:gd name="connsiteX17" fmla="*/ 0 w 3876811"/>
              <a:gd name="connsiteY17" fmla="*/ 2491569 h 5245563"/>
              <a:gd name="connsiteX18" fmla="*/ 0 w 3876811"/>
              <a:gd name="connsiteY18" fmla="*/ 2019920 h 5245563"/>
              <a:gd name="connsiteX19" fmla="*/ 0 w 3876811"/>
              <a:gd name="connsiteY19" fmla="*/ 1854684 h 5245563"/>
              <a:gd name="connsiteX20" fmla="*/ 506318 w 3876811"/>
              <a:gd name="connsiteY20" fmla="*/ 774451 h 5245563"/>
              <a:gd name="connsiteX21" fmla="*/ 1765173 w 3876811"/>
              <a:gd name="connsiteY21" fmla="*/ 149097 h 524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76811" h="5245563">
                <a:moveTo>
                  <a:pt x="1941583" y="0"/>
                </a:moveTo>
                <a:lnTo>
                  <a:pt x="2111641" y="149097"/>
                </a:lnTo>
                <a:cubicBezTo>
                  <a:pt x="2533315" y="474958"/>
                  <a:pt x="3008487" y="564716"/>
                  <a:pt x="3370493" y="774451"/>
                </a:cubicBezTo>
                <a:cubicBezTo>
                  <a:pt x="3718590" y="1017851"/>
                  <a:pt x="3876811" y="1296993"/>
                  <a:pt x="3876811" y="1854684"/>
                </a:cubicBezTo>
                <a:lnTo>
                  <a:pt x="3876811" y="2019920"/>
                </a:lnTo>
                <a:lnTo>
                  <a:pt x="3876811" y="2491569"/>
                </a:lnTo>
                <a:lnTo>
                  <a:pt x="3876811" y="2753995"/>
                </a:lnTo>
                <a:lnTo>
                  <a:pt x="3876811" y="3115353"/>
                </a:lnTo>
                <a:lnTo>
                  <a:pt x="3876811" y="3390879"/>
                </a:lnTo>
                <a:cubicBezTo>
                  <a:pt x="3876811" y="3948571"/>
                  <a:pt x="3718588" y="4227713"/>
                  <a:pt x="3370493" y="4471114"/>
                </a:cubicBezTo>
                <a:cubicBezTo>
                  <a:pt x="3008484" y="4680847"/>
                  <a:pt x="2533312" y="4770605"/>
                  <a:pt x="2111639" y="5096465"/>
                </a:cubicBezTo>
                <a:lnTo>
                  <a:pt x="1935228" y="5245563"/>
                </a:lnTo>
                <a:lnTo>
                  <a:pt x="1765171" y="5096465"/>
                </a:lnTo>
                <a:cubicBezTo>
                  <a:pt x="1343496" y="4770605"/>
                  <a:pt x="868325" y="4680847"/>
                  <a:pt x="506317" y="4471114"/>
                </a:cubicBezTo>
                <a:cubicBezTo>
                  <a:pt x="158223" y="4227713"/>
                  <a:pt x="0" y="3948571"/>
                  <a:pt x="0" y="3390879"/>
                </a:cubicBezTo>
                <a:lnTo>
                  <a:pt x="0" y="3115353"/>
                </a:lnTo>
                <a:lnTo>
                  <a:pt x="0" y="2753995"/>
                </a:lnTo>
                <a:lnTo>
                  <a:pt x="0" y="2491569"/>
                </a:lnTo>
                <a:lnTo>
                  <a:pt x="0" y="2019920"/>
                </a:lnTo>
                <a:lnTo>
                  <a:pt x="0" y="1854684"/>
                </a:lnTo>
                <a:cubicBezTo>
                  <a:pt x="0" y="1296993"/>
                  <a:pt x="158224" y="1017851"/>
                  <a:pt x="506318" y="774451"/>
                </a:cubicBezTo>
                <a:cubicBezTo>
                  <a:pt x="868327" y="564716"/>
                  <a:pt x="1343498" y="474958"/>
                  <a:pt x="1765173" y="149097"/>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1">
            <a:extLst>
              <a:ext uri="{FF2B5EF4-FFF2-40B4-BE49-F238E27FC236}">
                <a16:creationId xmlns:a16="http://schemas.microsoft.com/office/drawing/2014/main" id="{50F0798F-866E-99BF-B929-6EAB52DBC95A}"/>
              </a:ext>
            </a:extLst>
          </p:cNvPr>
          <p:cNvSpPr>
            <a:spLocks noGrp="1" noChangeArrowheads="1"/>
          </p:cNvSpPr>
          <p:nvPr>
            <p:ph type="title"/>
          </p:nvPr>
        </p:nvSpPr>
        <p:spPr bwMode="auto">
          <a:xfrm>
            <a:off x="1473390" y="1826096"/>
            <a:ext cx="3149221" cy="21426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algn="ctr" fontAlgn="base">
              <a:spcAft>
                <a:spcPct val="0"/>
              </a:spcAft>
              <a:buClrTx/>
              <a:buSzTx/>
              <a:tabLst/>
            </a:pPr>
            <a:r>
              <a:rPr kumimoji="0" lang="en-US" altLang="en-US" b="1" i="0" u="none" strike="noStrike" cap="none" normalizeH="0" baseline="0">
                <a:ln>
                  <a:noFill/>
                </a:ln>
                <a:effectLst/>
              </a:rPr>
              <a:t>Combined Effect (Length + Width)</a:t>
            </a:r>
          </a:p>
          <a:p>
            <a:pPr marL="0" marR="0" lvl="0" indent="0" algn="ctr" fontAlgn="base">
              <a:spcAft>
                <a:spcPct val="0"/>
              </a:spcAft>
              <a:buClrTx/>
              <a:buSzTx/>
              <a:tabLst/>
            </a:pPr>
            <a:endParaRPr kumimoji="0" lang="en-US" altLang="en-US" b="0" i="0" u="none" strike="noStrike" cap="none" normalizeH="0" baseline="0">
              <a:ln>
                <a:noFill/>
              </a:ln>
              <a:effectLst/>
            </a:endParaRPr>
          </a:p>
        </p:txBody>
      </p:sp>
      <p:sp>
        <p:nvSpPr>
          <p:cNvPr id="20" name="Freeform: Shape 19">
            <a:extLst>
              <a:ext uri="{FF2B5EF4-FFF2-40B4-BE49-F238E27FC236}">
                <a16:creationId xmlns:a16="http://schemas.microsoft.com/office/drawing/2014/main" id="{72E67446-732B-4F72-8560-6FABB6CB2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8" y="720724"/>
            <a:ext cx="4014345" cy="5414576"/>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7CBAA51A-3F10-E259-0A91-48E306678B58}"/>
              </a:ext>
            </a:extLst>
          </p:cNvPr>
          <p:cNvGraphicFramePr>
            <a:graphicFrameLocks noGrp="1"/>
          </p:cNvGraphicFramePr>
          <p:nvPr>
            <p:ph idx="1"/>
            <p:extLst>
              <p:ext uri="{D42A27DB-BD31-4B8C-83A1-F6EECF244321}">
                <p14:modId xmlns:p14="http://schemas.microsoft.com/office/powerpoint/2010/main" val="2505686690"/>
              </p:ext>
            </p:extLst>
          </p:nvPr>
        </p:nvGraphicFramePr>
        <p:xfrm>
          <a:off x="6075003" y="1377277"/>
          <a:ext cx="5571566" cy="4106957"/>
        </p:xfrm>
        <a:graphic>
          <a:graphicData uri="http://schemas.openxmlformats.org/drawingml/2006/table">
            <a:tbl>
              <a:tblPr/>
              <a:tblGrid>
                <a:gridCol w="2454442">
                  <a:extLst>
                    <a:ext uri="{9D8B030D-6E8A-4147-A177-3AD203B41FA5}">
                      <a16:colId xmlns:a16="http://schemas.microsoft.com/office/drawing/2014/main" val="3916895306"/>
                    </a:ext>
                  </a:extLst>
                </a:gridCol>
                <a:gridCol w="3117124">
                  <a:extLst>
                    <a:ext uri="{9D8B030D-6E8A-4147-A177-3AD203B41FA5}">
                      <a16:colId xmlns:a16="http://schemas.microsoft.com/office/drawing/2014/main" val="2125100019"/>
                    </a:ext>
                  </a:extLst>
                </a:gridCol>
              </a:tblGrid>
              <a:tr h="531489">
                <a:tc>
                  <a:txBody>
                    <a:bodyPr/>
                    <a:lstStyle/>
                    <a:p>
                      <a:pPr>
                        <a:buNone/>
                      </a:pPr>
                      <a:r>
                        <a:rPr lang="en-IN" sz="2400" b="1" dirty="0"/>
                        <a:t>Scenario</a:t>
                      </a:r>
                    </a:p>
                  </a:txBody>
                  <a:tcPr marL="120793" marR="120793" marT="60396" marB="60396" anchor="ctr">
                    <a:lnL>
                      <a:noFill/>
                    </a:lnL>
                    <a:lnR>
                      <a:noFill/>
                    </a:lnR>
                    <a:lnT>
                      <a:noFill/>
                    </a:lnT>
                    <a:lnB>
                      <a:noFill/>
                    </a:lnB>
                    <a:noFill/>
                  </a:tcPr>
                </a:tc>
                <a:tc>
                  <a:txBody>
                    <a:bodyPr/>
                    <a:lstStyle/>
                    <a:p>
                      <a:pPr>
                        <a:buNone/>
                      </a:pPr>
                      <a:r>
                        <a:rPr lang="en-IN" sz="2400" b="1" dirty="0"/>
                        <a:t>Impact</a:t>
                      </a:r>
                    </a:p>
                  </a:txBody>
                  <a:tcPr marL="120793" marR="120793" marT="60396" marB="60396" anchor="ctr">
                    <a:lnL>
                      <a:noFill/>
                    </a:lnL>
                    <a:lnR>
                      <a:noFill/>
                    </a:lnR>
                    <a:lnT>
                      <a:noFill/>
                    </a:lnT>
                    <a:lnB>
                      <a:noFill/>
                    </a:lnB>
                    <a:noFill/>
                  </a:tcPr>
                </a:tc>
                <a:extLst>
                  <a:ext uri="{0D108BD9-81ED-4DB2-BD59-A6C34878D82A}">
                    <a16:rowId xmlns:a16="http://schemas.microsoft.com/office/drawing/2014/main" val="236344973"/>
                  </a:ext>
                </a:extLst>
              </a:tr>
              <a:tr h="893867">
                <a:tc>
                  <a:txBody>
                    <a:bodyPr/>
                    <a:lstStyle/>
                    <a:p>
                      <a:pPr>
                        <a:buNone/>
                      </a:pPr>
                      <a:r>
                        <a:rPr lang="en-IN" sz="2400"/>
                        <a:t>Short + Narrow Road</a:t>
                      </a:r>
                    </a:p>
                  </a:txBody>
                  <a:tcPr marL="120793" marR="120793" marT="60396" marB="60396" anchor="ctr">
                    <a:lnL>
                      <a:noFill/>
                    </a:lnL>
                    <a:lnR>
                      <a:noFill/>
                    </a:lnR>
                    <a:lnT>
                      <a:noFill/>
                    </a:lnT>
                    <a:lnB>
                      <a:noFill/>
                    </a:lnB>
                    <a:noFill/>
                  </a:tcPr>
                </a:tc>
                <a:tc>
                  <a:txBody>
                    <a:bodyPr/>
                    <a:lstStyle/>
                    <a:p>
                      <a:pPr>
                        <a:buNone/>
                      </a:pPr>
                      <a:r>
                        <a:rPr lang="en-IN" sz="2400"/>
                        <a:t>Worst (high braking, congestion)</a:t>
                      </a:r>
                    </a:p>
                  </a:txBody>
                  <a:tcPr marL="120793" marR="120793" marT="60396" marB="60396" anchor="ctr">
                    <a:lnL>
                      <a:noFill/>
                    </a:lnL>
                    <a:lnR>
                      <a:noFill/>
                    </a:lnR>
                    <a:lnT>
                      <a:noFill/>
                    </a:lnT>
                    <a:lnB>
                      <a:noFill/>
                    </a:lnB>
                    <a:noFill/>
                  </a:tcPr>
                </a:tc>
                <a:extLst>
                  <a:ext uri="{0D108BD9-81ED-4DB2-BD59-A6C34878D82A}">
                    <a16:rowId xmlns:a16="http://schemas.microsoft.com/office/drawing/2014/main" val="3351767291"/>
                  </a:ext>
                </a:extLst>
              </a:tr>
              <a:tr h="893867">
                <a:tc>
                  <a:txBody>
                    <a:bodyPr/>
                    <a:lstStyle/>
                    <a:p>
                      <a:pPr>
                        <a:buNone/>
                      </a:pPr>
                      <a:r>
                        <a:rPr lang="en-IN" sz="2400"/>
                        <a:t>Short + Wide Road</a:t>
                      </a:r>
                    </a:p>
                  </a:txBody>
                  <a:tcPr marL="120793" marR="120793" marT="60396" marB="60396" anchor="ctr">
                    <a:lnL>
                      <a:noFill/>
                    </a:lnL>
                    <a:lnR>
                      <a:noFill/>
                    </a:lnR>
                    <a:lnT>
                      <a:noFill/>
                    </a:lnT>
                    <a:lnB>
                      <a:noFill/>
                    </a:lnB>
                    <a:noFill/>
                  </a:tcPr>
                </a:tc>
                <a:tc>
                  <a:txBody>
                    <a:bodyPr/>
                    <a:lstStyle/>
                    <a:p>
                      <a:pPr>
                        <a:buNone/>
                      </a:pPr>
                      <a:r>
                        <a:rPr lang="en-IN" sz="2400"/>
                        <a:t>Moderate</a:t>
                      </a:r>
                    </a:p>
                  </a:txBody>
                  <a:tcPr marL="120793" marR="120793" marT="60396" marB="60396" anchor="ctr">
                    <a:lnL>
                      <a:noFill/>
                    </a:lnL>
                    <a:lnR>
                      <a:noFill/>
                    </a:lnR>
                    <a:lnT>
                      <a:noFill/>
                    </a:lnT>
                    <a:lnB>
                      <a:noFill/>
                    </a:lnB>
                    <a:noFill/>
                  </a:tcPr>
                </a:tc>
                <a:extLst>
                  <a:ext uri="{0D108BD9-81ED-4DB2-BD59-A6C34878D82A}">
                    <a16:rowId xmlns:a16="http://schemas.microsoft.com/office/drawing/2014/main" val="2918584944"/>
                  </a:ext>
                </a:extLst>
              </a:tr>
              <a:tr h="893867">
                <a:tc>
                  <a:txBody>
                    <a:bodyPr/>
                    <a:lstStyle/>
                    <a:p>
                      <a:pPr>
                        <a:buNone/>
                      </a:pPr>
                      <a:r>
                        <a:rPr lang="en-IN" sz="2400"/>
                        <a:t>Long + Narrow Road</a:t>
                      </a:r>
                    </a:p>
                  </a:txBody>
                  <a:tcPr marL="120793" marR="120793" marT="60396" marB="60396" anchor="ctr">
                    <a:lnL>
                      <a:noFill/>
                    </a:lnL>
                    <a:lnR>
                      <a:noFill/>
                    </a:lnR>
                    <a:lnT>
                      <a:noFill/>
                    </a:lnT>
                    <a:lnB>
                      <a:noFill/>
                    </a:lnB>
                    <a:noFill/>
                  </a:tcPr>
                </a:tc>
                <a:tc>
                  <a:txBody>
                    <a:bodyPr/>
                    <a:lstStyle/>
                    <a:p>
                      <a:pPr>
                        <a:buNone/>
                      </a:pPr>
                      <a:r>
                        <a:rPr lang="en-IN" sz="2400"/>
                        <a:t>Inefficient</a:t>
                      </a:r>
                    </a:p>
                  </a:txBody>
                  <a:tcPr marL="120793" marR="120793" marT="60396" marB="60396" anchor="ctr">
                    <a:lnL>
                      <a:noFill/>
                    </a:lnL>
                    <a:lnR>
                      <a:noFill/>
                    </a:lnR>
                    <a:lnT>
                      <a:noFill/>
                    </a:lnT>
                    <a:lnB>
                      <a:noFill/>
                    </a:lnB>
                    <a:noFill/>
                  </a:tcPr>
                </a:tc>
                <a:extLst>
                  <a:ext uri="{0D108BD9-81ED-4DB2-BD59-A6C34878D82A}">
                    <a16:rowId xmlns:a16="http://schemas.microsoft.com/office/drawing/2014/main" val="2436099559"/>
                  </a:ext>
                </a:extLst>
              </a:tr>
              <a:tr h="893867">
                <a:tc>
                  <a:txBody>
                    <a:bodyPr/>
                    <a:lstStyle/>
                    <a:p>
                      <a:pPr>
                        <a:buNone/>
                      </a:pPr>
                      <a:r>
                        <a:rPr lang="en-IN" sz="2400"/>
                        <a:t>Long + Wide Road</a:t>
                      </a:r>
                    </a:p>
                  </a:txBody>
                  <a:tcPr marL="120793" marR="120793" marT="60396" marB="60396" anchor="ctr">
                    <a:lnL>
                      <a:noFill/>
                    </a:lnL>
                    <a:lnR>
                      <a:noFill/>
                    </a:lnR>
                    <a:lnT>
                      <a:noFill/>
                    </a:lnT>
                    <a:lnB>
                      <a:noFill/>
                    </a:lnB>
                    <a:noFill/>
                  </a:tcPr>
                </a:tc>
                <a:tc>
                  <a:txBody>
                    <a:bodyPr/>
                    <a:lstStyle/>
                    <a:p>
                      <a:pPr>
                        <a:buNone/>
                      </a:pPr>
                      <a:r>
                        <a:rPr lang="en-IN" sz="2400" dirty="0"/>
                        <a:t>Best (smooth, fuel-efficient)</a:t>
                      </a:r>
                    </a:p>
                  </a:txBody>
                  <a:tcPr marL="120793" marR="120793" marT="60396" marB="60396" anchor="ctr">
                    <a:lnL>
                      <a:noFill/>
                    </a:lnL>
                    <a:lnR>
                      <a:noFill/>
                    </a:lnR>
                    <a:lnT>
                      <a:noFill/>
                    </a:lnT>
                    <a:lnB>
                      <a:noFill/>
                    </a:lnB>
                    <a:noFill/>
                  </a:tcPr>
                </a:tc>
                <a:extLst>
                  <a:ext uri="{0D108BD9-81ED-4DB2-BD59-A6C34878D82A}">
                    <a16:rowId xmlns:a16="http://schemas.microsoft.com/office/drawing/2014/main" val="2264635782"/>
                  </a:ext>
                </a:extLst>
              </a:tr>
            </a:tbl>
          </a:graphicData>
        </a:graphic>
      </p:graphicFrame>
    </p:spTree>
    <p:extLst>
      <p:ext uri="{BB962C8B-B14F-4D97-AF65-F5344CB8AC3E}">
        <p14:creationId xmlns:p14="http://schemas.microsoft.com/office/powerpoint/2010/main" val="3209590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E1BC3FD-3B91-0905-EB43-DBF3483A405D}"/>
              </a:ext>
            </a:extLst>
          </p:cNvPr>
          <p:cNvSpPr>
            <a:spLocks noGrp="1"/>
          </p:cNvSpPr>
          <p:nvPr>
            <p:ph type="title"/>
          </p:nvPr>
        </p:nvSpPr>
        <p:spPr>
          <a:xfrm>
            <a:off x="1533524" y="1921668"/>
            <a:ext cx="3028950" cy="3386137"/>
          </a:xfrm>
        </p:spPr>
        <p:txBody>
          <a:bodyPr>
            <a:normAutofit/>
          </a:bodyPr>
          <a:lstStyle/>
          <a:p>
            <a:pPr algn="ctr"/>
            <a:r>
              <a:rPr lang="en-IN" dirty="0"/>
              <a:t>Number of turns on route</a:t>
            </a:r>
            <a:br>
              <a:rPr lang="en-US" dirty="0"/>
            </a:br>
            <a:endParaRPr lang="en-IN"/>
          </a:p>
        </p:txBody>
      </p:sp>
      <p:sp>
        <p:nvSpPr>
          <p:cNvPr id="3" name="Content Placeholder 2">
            <a:extLst>
              <a:ext uri="{FF2B5EF4-FFF2-40B4-BE49-F238E27FC236}">
                <a16:creationId xmlns:a16="http://schemas.microsoft.com/office/drawing/2014/main" id="{CF2B2C8C-8ED0-E2C2-AA3B-7AE8E7329E63}"/>
              </a:ext>
            </a:extLst>
          </p:cNvPr>
          <p:cNvSpPr>
            <a:spLocks noGrp="1"/>
          </p:cNvSpPr>
          <p:nvPr>
            <p:ph idx="1"/>
          </p:nvPr>
        </p:nvSpPr>
        <p:spPr>
          <a:xfrm>
            <a:off x="5479103" y="244549"/>
            <a:ext cx="6237976" cy="6358269"/>
          </a:xfrm>
        </p:spPr>
        <p:txBody>
          <a:bodyPr anchor="ctr">
            <a:normAutofit/>
          </a:bodyPr>
          <a:lstStyle/>
          <a:p>
            <a:pPr marL="0" indent="0">
              <a:lnSpc>
                <a:spcPct val="100000"/>
              </a:lnSpc>
              <a:buNone/>
            </a:pPr>
            <a:r>
              <a:rPr lang="en-US" sz="1800" b="1" dirty="0"/>
              <a:t>Increased Braking and Acceleration</a:t>
            </a:r>
          </a:p>
          <a:p>
            <a:pPr>
              <a:lnSpc>
                <a:spcPct val="100000"/>
              </a:lnSpc>
            </a:pPr>
            <a:r>
              <a:rPr lang="en-US" sz="1800" dirty="0"/>
              <a:t>At every turn:</a:t>
            </a:r>
          </a:p>
          <a:p>
            <a:pPr>
              <a:lnSpc>
                <a:spcPct val="100000"/>
              </a:lnSpc>
            </a:pPr>
            <a:r>
              <a:rPr lang="en-US" sz="1800" dirty="0"/>
              <a:t>Driver must </a:t>
            </a:r>
            <a:r>
              <a:rPr lang="en-US" sz="1800" b="1" dirty="0"/>
              <a:t>slow down (brake)</a:t>
            </a:r>
            <a:r>
              <a:rPr lang="en-US" sz="1800" dirty="0"/>
              <a:t> </a:t>
            </a:r>
          </a:p>
          <a:p>
            <a:pPr>
              <a:lnSpc>
                <a:spcPct val="100000"/>
              </a:lnSpc>
            </a:pPr>
            <a:r>
              <a:rPr lang="en-US" sz="1800" dirty="0"/>
              <a:t>Navigate the turn </a:t>
            </a:r>
          </a:p>
          <a:p>
            <a:pPr>
              <a:lnSpc>
                <a:spcPct val="100000"/>
              </a:lnSpc>
            </a:pPr>
            <a:r>
              <a:rPr lang="en-US" sz="1800" b="1" dirty="0"/>
              <a:t>Accelerate again</a:t>
            </a:r>
            <a:r>
              <a:rPr lang="en-US" sz="1800" dirty="0"/>
              <a:t> </a:t>
            </a:r>
          </a:p>
          <a:p>
            <a:pPr>
              <a:lnSpc>
                <a:spcPct val="100000"/>
              </a:lnSpc>
            </a:pPr>
            <a:r>
              <a:rPr lang="en-US" sz="1800" dirty="0"/>
              <a:t>For heavy trucks:</a:t>
            </a:r>
          </a:p>
          <a:p>
            <a:pPr>
              <a:lnSpc>
                <a:spcPct val="100000"/>
              </a:lnSpc>
            </a:pPr>
            <a:r>
              <a:rPr lang="en-US" sz="1800" dirty="0"/>
              <a:t>Large mass ⇒ higher energy loss during braking </a:t>
            </a:r>
          </a:p>
          <a:p>
            <a:pPr>
              <a:lnSpc>
                <a:spcPct val="100000"/>
              </a:lnSpc>
            </a:pPr>
            <a:r>
              <a:rPr lang="en-US" sz="1800" dirty="0"/>
              <a:t>More fuel required to regain speed </a:t>
            </a:r>
          </a:p>
          <a:p>
            <a:pPr marL="0" indent="0">
              <a:lnSpc>
                <a:spcPct val="100000"/>
              </a:lnSpc>
              <a:buNone/>
            </a:pPr>
            <a:r>
              <a:rPr lang="en-US" sz="1800" dirty="0"/>
              <a:t>More turns = </a:t>
            </a:r>
            <a:r>
              <a:rPr lang="en-US" sz="1800" b="1" dirty="0"/>
              <a:t>more stop–go cycles</a:t>
            </a:r>
            <a:endParaRPr lang="en-US" sz="1800" dirty="0"/>
          </a:p>
          <a:p>
            <a:pPr>
              <a:lnSpc>
                <a:spcPct val="100000"/>
              </a:lnSpc>
            </a:pPr>
            <a:br>
              <a:rPr lang="en-US" sz="1800" dirty="0"/>
            </a:br>
            <a:endParaRPr lang="en-US" sz="1800" dirty="0"/>
          </a:p>
          <a:p>
            <a:pPr marL="0" indent="0">
              <a:lnSpc>
                <a:spcPct val="100000"/>
              </a:lnSpc>
              <a:buNone/>
            </a:pPr>
            <a:r>
              <a:rPr lang="en-US" sz="1800" b="1" dirty="0"/>
              <a:t> Fuel Consumption Impact</a:t>
            </a:r>
          </a:p>
          <a:p>
            <a:pPr>
              <a:lnSpc>
                <a:spcPct val="100000"/>
              </a:lnSpc>
            </a:pPr>
            <a:r>
              <a:rPr lang="en-US" sz="1800" dirty="0"/>
              <a:t>Acceleration after turns consumes a large amount of fuel </a:t>
            </a:r>
          </a:p>
          <a:p>
            <a:pPr>
              <a:lnSpc>
                <a:spcPct val="100000"/>
              </a:lnSpc>
            </a:pPr>
            <a:r>
              <a:rPr lang="en-US" sz="1800" dirty="0"/>
              <a:t>Frequent turning routes lead to </a:t>
            </a:r>
            <a:r>
              <a:rPr lang="en-US" sz="1800" b="1" dirty="0"/>
              <a:t>inefficient engine operation</a:t>
            </a:r>
            <a:endParaRPr lang="en-US" sz="1800" dirty="0"/>
          </a:p>
          <a:p>
            <a:pPr>
              <a:lnSpc>
                <a:spcPct val="100000"/>
              </a:lnSpc>
            </a:pPr>
            <a:endParaRPr lang="en-IN" sz="1400" dirty="0"/>
          </a:p>
        </p:txBody>
      </p:sp>
    </p:spTree>
    <p:extLst>
      <p:ext uri="{BB962C8B-B14F-4D97-AF65-F5344CB8AC3E}">
        <p14:creationId xmlns:p14="http://schemas.microsoft.com/office/powerpoint/2010/main" val="2751754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4961470-CF9C-0E58-0F10-C9FAA90DC88C}"/>
              </a:ext>
            </a:extLst>
          </p:cNvPr>
          <p:cNvSpPr>
            <a:spLocks noGrp="1"/>
          </p:cNvSpPr>
          <p:nvPr>
            <p:ph type="title"/>
          </p:nvPr>
        </p:nvSpPr>
        <p:spPr>
          <a:xfrm>
            <a:off x="1533524" y="1921668"/>
            <a:ext cx="3028950" cy="3386137"/>
          </a:xfrm>
        </p:spPr>
        <p:txBody>
          <a:bodyPr>
            <a:normAutofit/>
          </a:bodyPr>
          <a:lstStyle/>
          <a:p>
            <a:pPr algn="ctr">
              <a:lnSpc>
                <a:spcPct val="90000"/>
              </a:lnSpc>
            </a:pPr>
            <a:r>
              <a:rPr lang="en-IN" dirty="0"/>
              <a:t>Number of speed breakers and condition of the road</a:t>
            </a:r>
            <a:br>
              <a:rPr lang="en-US" dirty="0"/>
            </a:br>
            <a:endParaRPr lang="en-IN"/>
          </a:p>
        </p:txBody>
      </p:sp>
      <p:sp>
        <p:nvSpPr>
          <p:cNvPr id="3" name="Content Placeholder 2">
            <a:extLst>
              <a:ext uri="{FF2B5EF4-FFF2-40B4-BE49-F238E27FC236}">
                <a16:creationId xmlns:a16="http://schemas.microsoft.com/office/drawing/2014/main" id="{808B62E1-5746-10EE-4838-ED29BC3845E5}"/>
              </a:ext>
            </a:extLst>
          </p:cNvPr>
          <p:cNvSpPr>
            <a:spLocks noGrp="1"/>
          </p:cNvSpPr>
          <p:nvPr>
            <p:ph idx="1"/>
          </p:nvPr>
        </p:nvSpPr>
        <p:spPr>
          <a:xfrm>
            <a:off x="5055172" y="425288"/>
            <a:ext cx="7205596" cy="6378896"/>
          </a:xfrm>
        </p:spPr>
        <p:txBody>
          <a:bodyPr anchor="ctr">
            <a:normAutofit lnSpcReduction="10000"/>
          </a:bodyPr>
          <a:lstStyle/>
          <a:p>
            <a:pPr marL="0" indent="0">
              <a:lnSpc>
                <a:spcPct val="100000"/>
              </a:lnSpc>
              <a:buNone/>
            </a:pPr>
            <a:r>
              <a:rPr lang="en-US" sz="1400" b="1" dirty="0"/>
              <a:t> Frequent Deceleration and Acceleration</a:t>
            </a:r>
          </a:p>
          <a:p>
            <a:pPr>
              <a:lnSpc>
                <a:spcPct val="100000"/>
              </a:lnSpc>
            </a:pPr>
            <a:r>
              <a:rPr lang="en-US" sz="1400" dirty="0"/>
              <a:t>At every speed breaker:</a:t>
            </a:r>
          </a:p>
          <a:p>
            <a:pPr>
              <a:lnSpc>
                <a:spcPct val="100000"/>
              </a:lnSpc>
            </a:pPr>
            <a:r>
              <a:rPr lang="en-US" sz="1400" dirty="0"/>
              <a:t>Truck must </a:t>
            </a:r>
            <a:r>
              <a:rPr lang="en-US" sz="1400" b="1" dirty="0"/>
              <a:t>slow down significantly</a:t>
            </a:r>
            <a:r>
              <a:rPr lang="en-US" sz="1400" dirty="0"/>
              <a:t> </a:t>
            </a:r>
          </a:p>
          <a:p>
            <a:pPr>
              <a:lnSpc>
                <a:spcPct val="100000"/>
              </a:lnSpc>
            </a:pPr>
            <a:r>
              <a:rPr lang="en-US" sz="1400" dirty="0"/>
              <a:t>Often requires </a:t>
            </a:r>
            <a:r>
              <a:rPr lang="en-US" sz="1400" b="1" dirty="0"/>
              <a:t>braking to very low speed</a:t>
            </a:r>
            <a:r>
              <a:rPr lang="en-US" sz="1400" dirty="0"/>
              <a:t> , Then </a:t>
            </a:r>
            <a:r>
              <a:rPr lang="en-US" sz="1400" b="1" dirty="0"/>
              <a:t>accelerate again</a:t>
            </a:r>
            <a:endParaRPr lang="en-US" sz="1400" dirty="0"/>
          </a:p>
          <a:p>
            <a:pPr marL="0" indent="0">
              <a:lnSpc>
                <a:spcPct val="100000"/>
              </a:lnSpc>
              <a:buNone/>
            </a:pPr>
            <a:r>
              <a:rPr lang="en-US" sz="1400" dirty="0"/>
              <a:t> For heavy trucks:</a:t>
            </a:r>
          </a:p>
          <a:p>
            <a:pPr>
              <a:lnSpc>
                <a:spcPct val="100000"/>
              </a:lnSpc>
            </a:pPr>
            <a:r>
              <a:rPr lang="en-US" sz="1400" dirty="0"/>
              <a:t>High inertia ⇒ large energy loss during braking </a:t>
            </a:r>
          </a:p>
          <a:p>
            <a:pPr>
              <a:lnSpc>
                <a:spcPct val="100000"/>
              </a:lnSpc>
            </a:pPr>
            <a:r>
              <a:rPr lang="en-US" sz="1400" dirty="0"/>
              <a:t>More fuel required to regain speed</a:t>
            </a:r>
          </a:p>
          <a:p>
            <a:pPr>
              <a:lnSpc>
                <a:spcPct val="100000"/>
              </a:lnSpc>
            </a:pPr>
            <a:r>
              <a:rPr lang="en-US" sz="1400" b="1" dirty="0"/>
              <a:t>Effect of Road Condition</a:t>
            </a:r>
          </a:p>
          <a:p>
            <a:pPr>
              <a:lnSpc>
                <a:spcPct val="100000"/>
              </a:lnSpc>
            </a:pPr>
            <a:r>
              <a:rPr lang="en-US" sz="1400" dirty="0"/>
              <a:t>Road condition includes:</a:t>
            </a:r>
          </a:p>
          <a:p>
            <a:pPr>
              <a:lnSpc>
                <a:spcPct val="100000"/>
              </a:lnSpc>
            </a:pPr>
            <a:r>
              <a:rPr lang="en-US" sz="1400" dirty="0"/>
              <a:t>Surface quality (smooth / rough) </a:t>
            </a:r>
          </a:p>
          <a:p>
            <a:pPr>
              <a:lnSpc>
                <a:spcPct val="100000"/>
              </a:lnSpc>
            </a:pPr>
            <a:r>
              <a:rPr lang="en-US" sz="1400" dirty="0"/>
              <a:t>Potholes </a:t>
            </a:r>
          </a:p>
          <a:p>
            <a:pPr>
              <a:lnSpc>
                <a:spcPct val="100000"/>
              </a:lnSpc>
            </a:pPr>
            <a:r>
              <a:rPr lang="en-US" sz="1400" dirty="0"/>
              <a:t>Uneven surfaces </a:t>
            </a:r>
          </a:p>
          <a:p>
            <a:pPr>
              <a:lnSpc>
                <a:spcPct val="100000"/>
              </a:lnSpc>
            </a:pPr>
            <a:r>
              <a:rPr lang="en-US" sz="1400" b="1" dirty="0"/>
              <a:t>a. Poor Road Surface (Damaged Roads)</a:t>
            </a:r>
          </a:p>
          <a:p>
            <a:pPr>
              <a:lnSpc>
                <a:spcPct val="100000"/>
              </a:lnSpc>
            </a:pPr>
            <a:r>
              <a:rPr lang="en-US" sz="1400" b="1" dirty="0"/>
              <a:t>Impacts:</a:t>
            </a:r>
          </a:p>
          <a:p>
            <a:pPr>
              <a:lnSpc>
                <a:spcPct val="100000"/>
              </a:lnSpc>
            </a:pPr>
            <a:r>
              <a:rPr lang="en-US" sz="1400" dirty="0"/>
              <a:t>Frequent braking to avoid potholes </a:t>
            </a:r>
          </a:p>
          <a:p>
            <a:pPr>
              <a:lnSpc>
                <a:spcPct val="100000"/>
              </a:lnSpc>
            </a:pPr>
            <a:r>
              <a:rPr lang="en-US" sz="1400" dirty="0"/>
              <a:t>Reduced speed </a:t>
            </a:r>
          </a:p>
          <a:p>
            <a:pPr>
              <a:lnSpc>
                <a:spcPct val="100000"/>
              </a:lnSpc>
            </a:pPr>
            <a:r>
              <a:rPr lang="en-US" sz="1400" dirty="0"/>
              <a:t>Increased rolling resistance </a:t>
            </a:r>
          </a:p>
          <a:p>
            <a:pPr>
              <a:lnSpc>
                <a:spcPct val="100000"/>
              </a:lnSpc>
            </a:pPr>
            <a:r>
              <a:rPr lang="en-US" sz="1400" dirty="0"/>
              <a:t> Results:</a:t>
            </a:r>
          </a:p>
          <a:p>
            <a:pPr>
              <a:lnSpc>
                <a:spcPct val="100000"/>
              </a:lnSpc>
            </a:pPr>
            <a:r>
              <a:rPr lang="en-US" sz="1400" dirty="0"/>
              <a:t>Higher fuel consumption , Increased emissions</a:t>
            </a:r>
          </a:p>
          <a:p>
            <a:pPr>
              <a:lnSpc>
                <a:spcPct val="100000"/>
              </a:lnSpc>
            </a:pPr>
            <a:endParaRPr lang="en-US" sz="1000" dirty="0"/>
          </a:p>
          <a:p>
            <a:pPr>
              <a:lnSpc>
                <a:spcPct val="100000"/>
              </a:lnSpc>
            </a:pPr>
            <a:endParaRPr lang="en-US" sz="1000" dirty="0"/>
          </a:p>
          <a:p>
            <a:pPr>
              <a:lnSpc>
                <a:spcPct val="100000"/>
              </a:lnSpc>
            </a:pPr>
            <a:endParaRPr lang="en-IN" sz="500" dirty="0"/>
          </a:p>
        </p:txBody>
      </p:sp>
    </p:spTree>
    <p:extLst>
      <p:ext uri="{BB962C8B-B14F-4D97-AF65-F5344CB8AC3E}">
        <p14:creationId xmlns:p14="http://schemas.microsoft.com/office/powerpoint/2010/main" val="423706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4EE999D-FA5D-87C3-2BCE-885FCFDB51C2}"/>
              </a:ext>
            </a:extLst>
          </p:cNvPr>
          <p:cNvSpPr>
            <a:spLocks noGrp="1"/>
          </p:cNvSpPr>
          <p:nvPr>
            <p:ph type="title"/>
          </p:nvPr>
        </p:nvSpPr>
        <p:spPr>
          <a:xfrm>
            <a:off x="1533524" y="1921668"/>
            <a:ext cx="3028950" cy="3386137"/>
          </a:xfrm>
        </p:spPr>
        <p:txBody>
          <a:bodyPr>
            <a:normAutofit/>
          </a:bodyPr>
          <a:lstStyle/>
          <a:p>
            <a:pPr algn="ctr"/>
            <a:r>
              <a:rPr lang="en-IN" u="sng" dirty="0"/>
              <a:t>Road undulations</a:t>
            </a:r>
            <a:br>
              <a:rPr lang="en-US" dirty="0"/>
            </a:br>
            <a:endParaRPr lang="en-IN"/>
          </a:p>
        </p:txBody>
      </p:sp>
      <p:sp>
        <p:nvSpPr>
          <p:cNvPr id="3" name="Content Placeholder 2">
            <a:extLst>
              <a:ext uri="{FF2B5EF4-FFF2-40B4-BE49-F238E27FC236}">
                <a16:creationId xmlns:a16="http://schemas.microsoft.com/office/drawing/2014/main" id="{984CC889-F494-09B9-2001-4E3FABAAD39B}"/>
              </a:ext>
            </a:extLst>
          </p:cNvPr>
          <p:cNvSpPr>
            <a:spLocks noGrp="1"/>
          </p:cNvSpPr>
          <p:nvPr>
            <p:ph idx="1"/>
          </p:nvPr>
        </p:nvSpPr>
        <p:spPr>
          <a:xfrm>
            <a:off x="6095998" y="191386"/>
            <a:ext cx="5525387" cy="6305107"/>
          </a:xfrm>
        </p:spPr>
        <p:txBody>
          <a:bodyPr anchor="ctr">
            <a:normAutofit/>
          </a:bodyPr>
          <a:lstStyle/>
          <a:p>
            <a:pPr marL="0" indent="0">
              <a:lnSpc>
                <a:spcPct val="100000"/>
              </a:lnSpc>
              <a:buNone/>
            </a:pPr>
            <a:r>
              <a:rPr lang="en-US" b="1" dirty="0"/>
              <a:t>Effect of Uphill (Positive Gradient)</a:t>
            </a:r>
          </a:p>
          <a:p>
            <a:pPr>
              <a:lnSpc>
                <a:spcPct val="100000"/>
              </a:lnSpc>
            </a:pPr>
            <a:r>
              <a:rPr lang="en-US" b="1" dirty="0"/>
              <a:t>a. Increased Engine Load</a:t>
            </a:r>
          </a:p>
          <a:p>
            <a:pPr>
              <a:lnSpc>
                <a:spcPct val="100000"/>
              </a:lnSpc>
            </a:pPr>
            <a:r>
              <a:rPr lang="en-US" dirty="0"/>
              <a:t>Truck must work against gravity </a:t>
            </a:r>
          </a:p>
          <a:p>
            <a:pPr>
              <a:lnSpc>
                <a:spcPct val="100000"/>
              </a:lnSpc>
            </a:pPr>
            <a:r>
              <a:rPr lang="en-US" dirty="0"/>
              <a:t>Requires </a:t>
            </a:r>
            <a:r>
              <a:rPr lang="en-US" b="1" dirty="0"/>
              <a:t>higher torque and fuel injection</a:t>
            </a:r>
            <a:r>
              <a:rPr lang="en-US" dirty="0"/>
              <a:t> </a:t>
            </a:r>
          </a:p>
          <a:p>
            <a:pPr>
              <a:lnSpc>
                <a:spcPct val="100000"/>
              </a:lnSpc>
            </a:pPr>
            <a:r>
              <a:rPr lang="en-US" dirty="0"/>
              <a:t> Fuel consumption rises significantly on inclines</a:t>
            </a:r>
          </a:p>
          <a:p>
            <a:pPr marL="0" indent="0">
              <a:lnSpc>
                <a:spcPct val="100000"/>
              </a:lnSpc>
              <a:buNone/>
            </a:pPr>
            <a:r>
              <a:rPr lang="en-US" b="1" dirty="0"/>
              <a:t>Effect of Downhill (Negative Gradient)</a:t>
            </a:r>
          </a:p>
          <a:p>
            <a:pPr>
              <a:lnSpc>
                <a:spcPct val="100000"/>
              </a:lnSpc>
            </a:pPr>
            <a:r>
              <a:rPr lang="en-US" b="1" dirty="0"/>
              <a:t>a Increased Braking Requirement</a:t>
            </a:r>
          </a:p>
          <a:p>
            <a:pPr>
              <a:lnSpc>
                <a:spcPct val="100000"/>
              </a:lnSpc>
            </a:pPr>
            <a:r>
              <a:rPr lang="en-US" dirty="0"/>
              <a:t>Trucks gain speed due to gravity </a:t>
            </a:r>
          </a:p>
          <a:p>
            <a:pPr>
              <a:lnSpc>
                <a:spcPct val="100000"/>
              </a:lnSpc>
            </a:pPr>
            <a:r>
              <a:rPr lang="en-US" dirty="0"/>
              <a:t>Driver must: </a:t>
            </a:r>
          </a:p>
          <a:p>
            <a:pPr lvl="1">
              <a:lnSpc>
                <a:spcPct val="100000"/>
              </a:lnSpc>
            </a:pPr>
            <a:r>
              <a:rPr lang="en-US" dirty="0"/>
              <a:t>Apply brakes frequently </a:t>
            </a:r>
          </a:p>
          <a:p>
            <a:pPr lvl="1">
              <a:lnSpc>
                <a:spcPct val="100000"/>
              </a:lnSpc>
            </a:pPr>
            <a:r>
              <a:rPr lang="en-US" dirty="0"/>
              <a:t>Use engine braking</a:t>
            </a:r>
          </a:p>
          <a:p>
            <a:pPr>
              <a:lnSpc>
                <a:spcPct val="100000"/>
              </a:lnSpc>
            </a:pPr>
            <a:endParaRPr lang="en-IN" dirty="0"/>
          </a:p>
        </p:txBody>
      </p:sp>
    </p:spTree>
    <p:extLst>
      <p:ext uri="{BB962C8B-B14F-4D97-AF65-F5344CB8AC3E}">
        <p14:creationId xmlns:p14="http://schemas.microsoft.com/office/powerpoint/2010/main" val="3581040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381EFF3-A284-E7AF-234F-D266EFFE852A}"/>
              </a:ext>
            </a:extLst>
          </p:cNvPr>
          <p:cNvSpPr>
            <a:spLocks noGrp="1"/>
          </p:cNvSpPr>
          <p:nvPr>
            <p:ph type="title"/>
          </p:nvPr>
        </p:nvSpPr>
        <p:spPr>
          <a:xfrm>
            <a:off x="1533524" y="1921668"/>
            <a:ext cx="3028950" cy="3386137"/>
          </a:xfrm>
        </p:spPr>
        <p:txBody>
          <a:bodyPr>
            <a:normAutofit/>
          </a:bodyPr>
          <a:lstStyle/>
          <a:p>
            <a:pPr algn="ctr"/>
            <a:r>
              <a:rPr lang="en-IN" dirty="0"/>
              <a:t>Weather during the drive</a:t>
            </a:r>
            <a:br>
              <a:rPr lang="en-US" dirty="0"/>
            </a:br>
            <a:endParaRPr lang="en-IN" dirty="0"/>
          </a:p>
        </p:txBody>
      </p:sp>
      <p:sp>
        <p:nvSpPr>
          <p:cNvPr id="3" name="Content Placeholder 2">
            <a:extLst>
              <a:ext uri="{FF2B5EF4-FFF2-40B4-BE49-F238E27FC236}">
                <a16:creationId xmlns:a16="http://schemas.microsoft.com/office/drawing/2014/main" id="{93E924F8-F031-B4DE-F2F4-47CEF161A2A0}"/>
              </a:ext>
            </a:extLst>
          </p:cNvPr>
          <p:cNvSpPr>
            <a:spLocks noGrp="1"/>
          </p:cNvSpPr>
          <p:nvPr>
            <p:ph idx="1"/>
          </p:nvPr>
        </p:nvSpPr>
        <p:spPr>
          <a:xfrm>
            <a:off x="5260369" y="143838"/>
            <a:ext cx="6667928" cy="6472719"/>
          </a:xfrm>
        </p:spPr>
        <p:txBody>
          <a:bodyPr anchor="ctr">
            <a:normAutofit fontScale="85000" lnSpcReduction="20000"/>
          </a:bodyPr>
          <a:lstStyle/>
          <a:p>
            <a:pPr marL="0" indent="0">
              <a:buNone/>
            </a:pPr>
            <a:r>
              <a:rPr lang="en-US" b="1" u="sng" dirty="0"/>
              <a:t>1. Effect of Rain</a:t>
            </a:r>
          </a:p>
          <a:p>
            <a:pPr marL="0" indent="0">
              <a:buNone/>
            </a:pPr>
            <a:r>
              <a:rPr lang="en-US" b="1" dirty="0"/>
              <a:t>a. Reduced Tire Grip</a:t>
            </a:r>
          </a:p>
          <a:p>
            <a:r>
              <a:rPr lang="en-US" dirty="0"/>
              <a:t>Wet roads decrease friction </a:t>
            </a:r>
          </a:p>
          <a:p>
            <a:r>
              <a:rPr lang="en-US" dirty="0"/>
              <a:t>Increased </a:t>
            </a:r>
            <a:r>
              <a:rPr lang="en-US" b="1" dirty="0"/>
              <a:t>braking distance</a:t>
            </a:r>
            <a:r>
              <a:rPr lang="en-US" dirty="0"/>
              <a:t> </a:t>
            </a:r>
          </a:p>
          <a:p>
            <a:pPr marL="0" indent="0">
              <a:buNone/>
            </a:pPr>
            <a:r>
              <a:rPr lang="en-US" dirty="0"/>
              <a:t> Leads to:</a:t>
            </a:r>
          </a:p>
          <a:p>
            <a:r>
              <a:rPr lang="en-US" dirty="0"/>
              <a:t>Slower speeds </a:t>
            </a:r>
          </a:p>
          <a:p>
            <a:r>
              <a:rPr lang="en-US" dirty="0"/>
              <a:t>More cautious driving</a:t>
            </a:r>
          </a:p>
          <a:p>
            <a:r>
              <a:rPr lang="en-US" b="1" u="sng" dirty="0"/>
              <a:t>Waterlogging &amp; Flooding</a:t>
            </a:r>
          </a:p>
          <a:p>
            <a:r>
              <a:rPr lang="en-US" dirty="0"/>
              <a:t>Roads may become unusable </a:t>
            </a:r>
          </a:p>
          <a:p>
            <a:r>
              <a:rPr lang="en-US" dirty="0"/>
              <a:t>Detours increase route length </a:t>
            </a:r>
          </a:p>
          <a:p>
            <a:pPr marL="0" indent="0">
              <a:buNone/>
            </a:pPr>
            <a:r>
              <a:rPr lang="en-US" dirty="0"/>
              <a:t>Severe impact on logistics efficiency</a:t>
            </a:r>
          </a:p>
          <a:p>
            <a:pPr marL="0" indent="0">
              <a:buNone/>
            </a:pPr>
            <a:r>
              <a:rPr lang="en-US" b="1" u="sng" dirty="0"/>
              <a:t>2. Effect of Fog / Low Visibility</a:t>
            </a:r>
          </a:p>
          <a:p>
            <a:r>
              <a:rPr lang="en-US" b="1" dirty="0"/>
              <a:t>a. Reduced Visibility</a:t>
            </a:r>
          </a:p>
          <a:p>
            <a:r>
              <a:rPr lang="en-US" dirty="0"/>
              <a:t>Drivers slow down significantly </a:t>
            </a:r>
          </a:p>
          <a:p>
            <a:r>
              <a:rPr lang="en-US" dirty="0"/>
              <a:t>Maintain larger gaps </a:t>
            </a:r>
          </a:p>
          <a:p>
            <a:pPr marL="0" indent="0">
              <a:buNone/>
            </a:pPr>
            <a:r>
              <a:rPr lang="en-US" dirty="0"/>
              <a:t> Causes:</a:t>
            </a:r>
          </a:p>
          <a:p>
            <a:r>
              <a:rPr lang="en-US" dirty="0"/>
              <a:t>Lower average speed </a:t>
            </a:r>
          </a:p>
          <a:p>
            <a:r>
              <a:rPr lang="en-US" dirty="0"/>
              <a:t>Increased travel time</a:t>
            </a:r>
          </a:p>
          <a:p>
            <a:endParaRPr lang="en-IN" dirty="0"/>
          </a:p>
        </p:txBody>
      </p:sp>
    </p:spTree>
    <p:extLst>
      <p:ext uri="{BB962C8B-B14F-4D97-AF65-F5344CB8AC3E}">
        <p14:creationId xmlns:p14="http://schemas.microsoft.com/office/powerpoint/2010/main" val="1137187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FCFFA4-8F54-4A31-40C8-2DE18B7E9138}"/>
              </a:ext>
            </a:extLst>
          </p:cNvPr>
          <p:cNvSpPr>
            <a:spLocks noGrp="1"/>
          </p:cNvSpPr>
          <p:nvPr>
            <p:ph type="title"/>
          </p:nvPr>
        </p:nvSpPr>
        <p:spPr>
          <a:xfrm>
            <a:off x="1533524" y="1921668"/>
            <a:ext cx="3028950" cy="3386137"/>
          </a:xfrm>
        </p:spPr>
        <p:txBody>
          <a:bodyPr>
            <a:normAutofit/>
          </a:bodyPr>
          <a:lstStyle/>
          <a:p>
            <a:pPr algn="ctr"/>
            <a:r>
              <a:rPr lang="en-IN" dirty="0"/>
              <a:t>Weather during the drive</a:t>
            </a:r>
          </a:p>
        </p:txBody>
      </p:sp>
      <p:sp>
        <p:nvSpPr>
          <p:cNvPr id="3" name="Content Placeholder 2">
            <a:extLst>
              <a:ext uri="{FF2B5EF4-FFF2-40B4-BE49-F238E27FC236}">
                <a16:creationId xmlns:a16="http://schemas.microsoft.com/office/drawing/2014/main" id="{63BD75DD-F21B-B05A-D705-37E404DAE6D3}"/>
              </a:ext>
            </a:extLst>
          </p:cNvPr>
          <p:cNvSpPr>
            <a:spLocks noGrp="1"/>
          </p:cNvSpPr>
          <p:nvPr>
            <p:ph idx="1"/>
          </p:nvPr>
        </p:nvSpPr>
        <p:spPr>
          <a:xfrm>
            <a:off x="6095999" y="876300"/>
            <a:ext cx="5143501" cy="5029201"/>
          </a:xfrm>
        </p:spPr>
        <p:txBody>
          <a:bodyPr anchor="ctr">
            <a:normAutofit lnSpcReduction="10000"/>
          </a:bodyPr>
          <a:lstStyle/>
          <a:p>
            <a:pPr marL="0" indent="0">
              <a:buNone/>
            </a:pPr>
            <a:r>
              <a:rPr lang="en-US" b="1" dirty="0"/>
              <a:t>Effect of Wind</a:t>
            </a:r>
          </a:p>
          <a:p>
            <a:pPr marL="0" indent="0">
              <a:buNone/>
            </a:pPr>
            <a:r>
              <a:rPr lang="en-US" b="1" dirty="0"/>
              <a:t>   High Headwinds</a:t>
            </a:r>
          </a:p>
          <a:p>
            <a:r>
              <a:rPr lang="en-US" dirty="0"/>
              <a:t>Increase aerodynamic drag </a:t>
            </a:r>
          </a:p>
          <a:p>
            <a:r>
              <a:rPr lang="en-US" dirty="0"/>
              <a:t>Require more engine power </a:t>
            </a:r>
          </a:p>
          <a:p>
            <a:pPr marL="0" indent="0">
              <a:buNone/>
            </a:pPr>
            <a:r>
              <a:rPr lang="en-US" dirty="0"/>
              <a:t> Leads to:</a:t>
            </a:r>
          </a:p>
          <a:p>
            <a:r>
              <a:rPr lang="en-US" dirty="0"/>
              <a:t>Higher fuel consumption</a:t>
            </a:r>
          </a:p>
          <a:p>
            <a:r>
              <a:rPr lang="en-US" b="1" dirty="0"/>
              <a:t>Effect of Storms / Extreme Weather</a:t>
            </a:r>
          </a:p>
          <a:p>
            <a:r>
              <a:rPr lang="en-US" dirty="0"/>
              <a:t>Road blockages </a:t>
            </a:r>
          </a:p>
          <a:p>
            <a:r>
              <a:rPr lang="en-US" dirty="0"/>
              <a:t>Tree falls, debris </a:t>
            </a:r>
          </a:p>
          <a:p>
            <a:r>
              <a:rPr lang="en-US" dirty="0"/>
              <a:t>Severe delays </a:t>
            </a:r>
          </a:p>
          <a:p>
            <a:r>
              <a:rPr lang="en-US" dirty="0"/>
              <a:t> Route may become completely unusable</a:t>
            </a:r>
          </a:p>
          <a:p>
            <a:endParaRPr lang="en-IN" dirty="0"/>
          </a:p>
        </p:txBody>
      </p:sp>
    </p:spTree>
    <p:extLst>
      <p:ext uri="{BB962C8B-B14F-4D97-AF65-F5344CB8AC3E}">
        <p14:creationId xmlns:p14="http://schemas.microsoft.com/office/powerpoint/2010/main" val="138884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206359A-F1E3-49EE-BBC2-40888C4A36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65700" y="2026"/>
            <a:ext cx="2926300" cy="5030922"/>
            <a:chOff x="9265700" y="2026"/>
            <a:chExt cx="2926300" cy="5030922"/>
          </a:xfrm>
        </p:grpSpPr>
        <p:sp>
          <p:nvSpPr>
            <p:cNvPr id="11" name="Freeform: Shape 10">
              <a:extLst>
                <a:ext uri="{FF2B5EF4-FFF2-40B4-BE49-F238E27FC236}">
                  <a16:creationId xmlns:a16="http://schemas.microsoft.com/office/drawing/2014/main" id="{CED90C42-6A0F-48E8-BF96-7D3E2A39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DA0863A-55F7-4EB0-9451-F3EE4D65D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5FE7CFE2-40F6-44B2-8AAD-0C384EEF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9F0D6A17-AA80-4608-8660-8D1587A1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useBgFill="1">
        <p:nvSpPr>
          <p:cNvPr id="16" name="Rectangle 15">
            <a:extLst>
              <a:ext uri="{FF2B5EF4-FFF2-40B4-BE49-F238E27FC236}">
                <a16:creationId xmlns:a16="http://schemas.microsoft.com/office/drawing/2014/main" id="{ECD84B89-83B1-AA44-B9BE-C68A3A346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F3B9D9F-2555-4B2E-AD17-056B66596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12056"/>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6B0C450-416D-A12A-A2E8-BC60E66E41EB}"/>
              </a:ext>
            </a:extLst>
          </p:cNvPr>
          <p:cNvSpPr>
            <a:spLocks noGrp="1"/>
          </p:cNvSpPr>
          <p:nvPr>
            <p:ph type="title"/>
          </p:nvPr>
        </p:nvSpPr>
        <p:spPr>
          <a:xfrm>
            <a:off x="1473389" y="1826096"/>
            <a:ext cx="3149221" cy="2149459"/>
          </a:xfrm>
        </p:spPr>
        <p:txBody>
          <a:bodyPr vert="horz" lIns="91440" tIns="45720" rIns="91440" bIns="45720" rtlCol="0" anchor="b">
            <a:normAutofit/>
          </a:bodyPr>
          <a:lstStyle/>
          <a:p>
            <a:pPr marL="0" marR="0" lvl="0" indent="0" algn="ctr" fontAlgn="base">
              <a:spcAft>
                <a:spcPct val="0"/>
              </a:spcAft>
              <a:buClrTx/>
              <a:buSzTx/>
              <a:tabLst/>
            </a:pPr>
            <a:r>
              <a:rPr kumimoji="0" lang="en-US" altLang="en-US" b="1" i="0" u="none" strike="noStrike" cap="none" normalizeH="0" baseline="0">
                <a:ln>
                  <a:noFill/>
                </a:ln>
                <a:effectLst/>
              </a:rPr>
              <a:t>Combined Impact on Route</a:t>
            </a:r>
          </a:p>
          <a:p>
            <a:pPr marL="0" marR="0" lvl="0" indent="0" algn="ctr" fontAlgn="base">
              <a:spcAft>
                <a:spcPct val="0"/>
              </a:spcAft>
              <a:buClrTx/>
              <a:buSzTx/>
              <a:tabLst/>
            </a:pPr>
            <a:endParaRPr kumimoji="0" lang="en-US" altLang="en-US" b="0" i="0" u="none" strike="noStrike" cap="none" normalizeH="0" baseline="0">
              <a:ln>
                <a:noFill/>
              </a:ln>
              <a:effectLst/>
            </a:endParaRPr>
          </a:p>
        </p:txBody>
      </p:sp>
      <p:sp>
        <p:nvSpPr>
          <p:cNvPr id="20" name="Freeform: Shape 10">
            <a:extLst>
              <a:ext uri="{FF2B5EF4-FFF2-40B4-BE49-F238E27FC236}">
                <a16:creationId xmlns:a16="http://schemas.microsoft.com/office/drawing/2014/main" id="{98F816C8-664D-4D46-87AC-DD7054006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8" y="705180"/>
            <a:ext cx="4014345" cy="5316049"/>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ontent Placeholder 3">
            <a:extLst>
              <a:ext uri="{FF2B5EF4-FFF2-40B4-BE49-F238E27FC236}">
                <a16:creationId xmlns:a16="http://schemas.microsoft.com/office/drawing/2014/main" id="{D31A8061-0DA8-8446-69DC-A73B2C6E9294}"/>
              </a:ext>
            </a:extLst>
          </p:cNvPr>
          <p:cNvGraphicFramePr>
            <a:graphicFrameLocks noGrp="1"/>
          </p:cNvGraphicFramePr>
          <p:nvPr>
            <p:ph idx="1"/>
            <p:extLst>
              <p:ext uri="{D42A27DB-BD31-4B8C-83A1-F6EECF244321}">
                <p14:modId xmlns:p14="http://schemas.microsoft.com/office/powerpoint/2010/main" val="3181577012"/>
              </p:ext>
            </p:extLst>
          </p:nvPr>
        </p:nvGraphicFramePr>
        <p:xfrm>
          <a:off x="6075003" y="1431144"/>
          <a:ext cx="5571566" cy="3987270"/>
        </p:xfrm>
        <a:graphic>
          <a:graphicData uri="http://schemas.openxmlformats.org/drawingml/2006/table">
            <a:tbl>
              <a:tblPr>
                <a:noFill/>
              </a:tblPr>
              <a:tblGrid>
                <a:gridCol w="2306427">
                  <a:extLst>
                    <a:ext uri="{9D8B030D-6E8A-4147-A177-3AD203B41FA5}">
                      <a16:colId xmlns:a16="http://schemas.microsoft.com/office/drawing/2014/main" val="3637850518"/>
                    </a:ext>
                  </a:extLst>
                </a:gridCol>
                <a:gridCol w="3265139">
                  <a:extLst>
                    <a:ext uri="{9D8B030D-6E8A-4147-A177-3AD203B41FA5}">
                      <a16:colId xmlns:a16="http://schemas.microsoft.com/office/drawing/2014/main" val="456258942"/>
                    </a:ext>
                  </a:extLst>
                </a:gridCol>
              </a:tblGrid>
              <a:tr h="664545">
                <a:tc>
                  <a:txBody>
                    <a:bodyPr/>
                    <a:lstStyle/>
                    <a:p>
                      <a:pPr>
                        <a:buNone/>
                      </a:pPr>
                      <a:r>
                        <a:rPr lang="en-IN" sz="1900" cap="none" spc="0">
                          <a:solidFill>
                            <a:schemeClr val="tx1"/>
                          </a:solidFill>
                        </a:rPr>
                        <a:t>Weather Condition</a:t>
                      </a:r>
                    </a:p>
                  </a:txBody>
                  <a:tcPr marL="0" marR="88214" marT="35286" marB="264642"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buNone/>
                      </a:pPr>
                      <a:r>
                        <a:rPr lang="en-IN" sz="1900" cap="none" spc="0">
                          <a:solidFill>
                            <a:schemeClr val="tx1"/>
                          </a:solidFill>
                        </a:rPr>
                        <a:t>Impact</a:t>
                      </a:r>
                    </a:p>
                  </a:txBody>
                  <a:tcPr marL="0" marR="88214" marT="35286" marB="264642"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3190740102"/>
                  </a:ext>
                </a:extLst>
              </a:tr>
              <a:tr h="664545">
                <a:tc>
                  <a:txBody>
                    <a:bodyPr/>
                    <a:lstStyle/>
                    <a:p>
                      <a:pPr>
                        <a:buNone/>
                      </a:pPr>
                      <a:r>
                        <a:rPr lang="en-IN" sz="1900" cap="none" spc="0">
                          <a:solidFill>
                            <a:schemeClr val="tx1"/>
                          </a:solidFill>
                        </a:rPr>
                        <a:t>Rain</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900" cap="none" spc="0">
                          <a:solidFill>
                            <a:schemeClr val="tx1"/>
                          </a:solidFill>
                        </a:rPr>
                        <a:t>More braking, lower speed</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37065753"/>
                  </a:ext>
                </a:extLst>
              </a:tr>
              <a:tr h="664545">
                <a:tc>
                  <a:txBody>
                    <a:bodyPr/>
                    <a:lstStyle/>
                    <a:p>
                      <a:pPr>
                        <a:buNone/>
                      </a:pPr>
                      <a:r>
                        <a:rPr lang="en-IN" sz="1900" cap="none" spc="0">
                          <a:solidFill>
                            <a:schemeClr val="tx1"/>
                          </a:solidFill>
                        </a:rPr>
                        <a:t>Fog</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900" cap="none" spc="0">
                          <a:solidFill>
                            <a:schemeClr val="tx1"/>
                          </a:solidFill>
                        </a:rPr>
                        <a:t>Reduced visibility, delays</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30046594"/>
                  </a:ext>
                </a:extLst>
              </a:tr>
              <a:tr h="664545">
                <a:tc>
                  <a:txBody>
                    <a:bodyPr/>
                    <a:lstStyle/>
                    <a:p>
                      <a:pPr>
                        <a:buNone/>
                      </a:pPr>
                      <a:r>
                        <a:rPr lang="en-IN" sz="1900" cap="none" spc="0">
                          <a:solidFill>
                            <a:schemeClr val="tx1"/>
                          </a:solidFill>
                        </a:rPr>
                        <a:t>Heat</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900" cap="none" spc="0">
                          <a:solidFill>
                            <a:schemeClr val="tx1"/>
                          </a:solidFill>
                        </a:rPr>
                        <a:t>Engine inefficiency</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32643272"/>
                  </a:ext>
                </a:extLst>
              </a:tr>
              <a:tr h="664545">
                <a:tc>
                  <a:txBody>
                    <a:bodyPr/>
                    <a:lstStyle/>
                    <a:p>
                      <a:pPr>
                        <a:buNone/>
                      </a:pPr>
                      <a:r>
                        <a:rPr lang="en-IN" sz="1900" cap="none" spc="0">
                          <a:solidFill>
                            <a:schemeClr val="tx1"/>
                          </a:solidFill>
                        </a:rPr>
                        <a:t>Wind</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900" cap="none" spc="0">
                          <a:solidFill>
                            <a:schemeClr val="tx1"/>
                          </a:solidFill>
                        </a:rPr>
                        <a:t>Increased fuel consumption</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07212706"/>
                  </a:ext>
                </a:extLst>
              </a:tr>
              <a:tr h="664545">
                <a:tc>
                  <a:txBody>
                    <a:bodyPr/>
                    <a:lstStyle/>
                    <a:p>
                      <a:pPr>
                        <a:buNone/>
                      </a:pPr>
                      <a:r>
                        <a:rPr lang="en-IN" sz="1900" cap="none" spc="0">
                          <a:solidFill>
                            <a:schemeClr val="tx1"/>
                          </a:solidFill>
                        </a:rPr>
                        <a:t>Storm</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1900" cap="none" spc="0">
                          <a:solidFill>
                            <a:schemeClr val="tx1"/>
                          </a:solidFill>
                        </a:rPr>
                        <a:t>Route disruption</a:t>
                      </a:r>
                    </a:p>
                  </a:txBody>
                  <a:tcPr marL="0" marR="88214" marT="35286" marB="26464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74358728"/>
                  </a:ext>
                </a:extLst>
              </a:tr>
            </a:tbl>
          </a:graphicData>
        </a:graphic>
      </p:graphicFrame>
    </p:spTree>
    <p:extLst>
      <p:ext uri="{BB962C8B-B14F-4D97-AF65-F5344CB8AC3E}">
        <p14:creationId xmlns:p14="http://schemas.microsoft.com/office/powerpoint/2010/main" val="2635974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6DC04FA-4A27-B4CB-6EC8-C477C0575C92}"/>
              </a:ext>
            </a:extLst>
          </p:cNvPr>
          <p:cNvSpPr>
            <a:spLocks noGrp="1"/>
          </p:cNvSpPr>
          <p:nvPr>
            <p:ph type="title"/>
          </p:nvPr>
        </p:nvSpPr>
        <p:spPr>
          <a:xfrm>
            <a:off x="1533524" y="1921668"/>
            <a:ext cx="3028950" cy="3386137"/>
          </a:xfrm>
        </p:spPr>
        <p:txBody>
          <a:bodyPr>
            <a:normAutofit/>
          </a:bodyPr>
          <a:lstStyle/>
          <a:p>
            <a:pPr algn="ctr"/>
            <a:r>
              <a:rPr lang="en-IN"/>
              <a:t>Best time for driving on the route</a:t>
            </a:r>
            <a:br>
              <a:rPr lang="en-US"/>
            </a:br>
            <a:endParaRPr lang="en-IN"/>
          </a:p>
        </p:txBody>
      </p:sp>
      <p:sp>
        <p:nvSpPr>
          <p:cNvPr id="13" name="Content Placeholder 2">
            <a:extLst>
              <a:ext uri="{FF2B5EF4-FFF2-40B4-BE49-F238E27FC236}">
                <a16:creationId xmlns:a16="http://schemas.microsoft.com/office/drawing/2014/main" id="{FD0E9E46-7285-F465-F475-8325F9770923}"/>
              </a:ext>
            </a:extLst>
          </p:cNvPr>
          <p:cNvSpPr>
            <a:spLocks noGrp="1"/>
          </p:cNvSpPr>
          <p:nvPr>
            <p:ph idx="1"/>
          </p:nvPr>
        </p:nvSpPr>
        <p:spPr>
          <a:xfrm>
            <a:off x="5123939" y="0"/>
            <a:ext cx="6465549" cy="6528391"/>
          </a:xfrm>
        </p:spPr>
        <p:txBody>
          <a:bodyPr anchor="ctr">
            <a:normAutofit/>
          </a:bodyPr>
          <a:lstStyle/>
          <a:p>
            <a:pPr marL="0" indent="0">
              <a:lnSpc>
                <a:spcPct val="100000"/>
              </a:lnSpc>
              <a:buNone/>
            </a:pPr>
            <a:r>
              <a:rPr lang="en-US" sz="1400" b="1" dirty="0"/>
              <a:t> Peak Hours (Morning &amp; Evening)</a:t>
            </a:r>
          </a:p>
          <a:p>
            <a:pPr>
              <a:lnSpc>
                <a:spcPct val="100000"/>
              </a:lnSpc>
            </a:pPr>
            <a:r>
              <a:rPr lang="en-US" sz="1400" dirty="0"/>
              <a:t>High traffic density </a:t>
            </a:r>
          </a:p>
          <a:p>
            <a:pPr>
              <a:lnSpc>
                <a:spcPct val="100000"/>
              </a:lnSpc>
            </a:pPr>
            <a:r>
              <a:rPr lang="en-US" sz="1400" dirty="0"/>
              <a:t>Frequent stops and congestion </a:t>
            </a:r>
          </a:p>
          <a:p>
            <a:pPr>
              <a:lnSpc>
                <a:spcPct val="100000"/>
              </a:lnSpc>
            </a:pPr>
            <a:r>
              <a:rPr lang="en-US" sz="1400" dirty="0"/>
              <a:t>Increased braking and idling </a:t>
            </a:r>
          </a:p>
          <a:p>
            <a:pPr marL="0" indent="0">
              <a:lnSpc>
                <a:spcPct val="100000"/>
              </a:lnSpc>
              <a:buNone/>
            </a:pPr>
            <a:r>
              <a:rPr lang="en-US" sz="1400" dirty="0"/>
              <a:t>      Results:</a:t>
            </a:r>
          </a:p>
          <a:p>
            <a:pPr>
              <a:lnSpc>
                <a:spcPct val="100000"/>
              </a:lnSpc>
            </a:pPr>
            <a:r>
              <a:rPr lang="en-US" sz="1400" dirty="0"/>
              <a:t>Higher fuel consumption (</a:t>
            </a:r>
            <a:r>
              <a:rPr lang="en-US" sz="1400" b="1" dirty="0"/>
              <a:t>15–30% increase</a:t>
            </a:r>
            <a:r>
              <a:rPr lang="en-US" sz="1400" dirty="0"/>
              <a:t>) </a:t>
            </a:r>
          </a:p>
          <a:p>
            <a:pPr>
              <a:lnSpc>
                <a:spcPct val="100000"/>
              </a:lnSpc>
            </a:pPr>
            <a:r>
              <a:rPr lang="en-US" sz="1400" dirty="0"/>
              <a:t>Longer travel time </a:t>
            </a:r>
          </a:p>
          <a:p>
            <a:pPr>
              <a:lnSpc>
                <a:spcPct val="100000"/>
              </a:lnSpc>
            </a:pPr>
            <a:r>
              <a:rPr lang="en-US" sz="1400" dirty="0"/>
              <a:t>Driver fatigue </a:t>
            </a:r>
          </a:p>
          <a:p>
            <a:pPr>
              <a:lnSpc>
                <a:spcPct val="100000"/>
              </a:lnSpc>
            </a:pPr>
            <a:br>
              <a:rPr lang="en-US" sz="1400" dirty="0"/>
            </a:br>
            <a:endParaRPr lang="en-US" sz="1400" dirty="0"/>
          </a:p>
          <a:p>
            <a:pPr marL="0" indent="0">
              <a:lnSpc>
                <a:spcPct val="100000"/>
              </a:lnSpc>
              <a:buNone/>
            </a:pPr>
            <a:r>
              <a:rPr lang="en-US" sz="1400" b="1" dirty="0"/>
              <a:t> b. Off-Peak Hours (Night / Midday)</a:t>
            </a:r>
          </a:p>
          <a:p>
            <a:pPr>
              <a:lnSpc>
                <a:spcPct val="100000"/>
              </a:lnSpc>
            </a:pPr>
            <a:r>
              <a:rPr lang="en-US" sz="1400" dirty="0"/>
              <a:t>Lower traffic </a:t>
            </a:r>
          </a:p>
          <a:p>
            <a:pPr>
              <a:lnSpc>
                <a:spcPct val="100000"/>
              </a:lnSpc>
            </a:pPr>
            <a:r>
              <a:rPr lang="en-US" sz="1400" dirty="0"/>
              <a:t>Smoother flow </a:t>
            </a:r>
          </a:p>
          <a:p>
            <a:pPr>
              <a:lnSpc>
                <a:spcPct val="100000"/>
              </a:lnSpc>
            </a:pPr>
            <a:r>
              <a:rPr lang="en-US" sz="1400" dirty="0"/>
              <a:t>Fewer stops </a:t>
            </a:r>
          </a:p>
          <a:p>
            <a:pPr marL="0" indent="0">
              <a:lnSpc>
                <a:spcPct val="100000"/>
              </a:lnSpc>
              <a:buNone/>
            </a:pPr>
            <a:r>
              <a:rPr lang="en-US" sz="1400" dirty="0"/>
              <a:t>          Benefits:</a:t>
            </a:r>
          </a:p>
          <a:p>
            <a:pPr>
              <a:lnSpc>
                <a:spcPct val="100000"/>
              </a:lnSpc>
            </a:pPr>
            <a:r>
              <a:rPr lang="en-US" sz="1400" dirty="0"/>
              <a:t>Steady speed </a:t>
            </a:r>
          </a:p>
          <a:p>
            <a:pPr>
              <a:lnSpc>
                <a:spcPct val="100000"/>
              </a:lnSpc>
            </a:pPr>
            <a:r>
              <a:rPr lang="en-US" sz="1400" dirty="0"/>
              <a:t>Reduced braking </a:t>
            </a:r>
          </a:p>
          <a:p>
            <a:pPr>
              <a:lnSpc>
                <a:spcPct val="100000"/>
              </a:lnSpc>
            </a:pPr>
            <a:r>
              <a:rPr lang="en-US" sz="1400" dirty="0"/>
              <a:t>Better fuel efficiency</a:t>
            </a:r>
          </a:p>
          <a:p>
            <a:pPr>
              <a:lnSpc>
                <a:spcPct val="100000"/>
              </a:lnSpc>
            </a:pPr>
            <a:endParaRPr lang="en-IN" sz="1000" dirty="0"/>
          </a:p>
        </p:txBody>
      </p:sp>
    </p:spTree>
    <p:extLst>
      <p:ext uri="{BB962C8B-B14F-4D97-AF65-F5344CB8AC3E}">
        <p14:creationId xmlns:p14="http://schemas.microsoft.com/office/powerpoint/2010/main" val="3227993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293C98-747C-4628-974F-E1A9AFE0A77A}"/>
              </a:ext>
            </a:extLst>
          </p:cNvPr>
          <p:cNvSpPr>
            <a:spLocks noGrp="1"/>
          </p:cNvSpPr>
          <p:nvPr>
            <p:ph type="title"/>
          </p:nvPr>
        </p:nvSpPr>
        <p:spPr>
          <a:xfrm>
            <a:off x="1533524" y="1921668"/>
            <a:ext cx="3028950" cy="3386137"/>
          </a:xfrm>
        </p:spPr>
        <p:txBody>
          <a:bodyPr>
            <a:normAutofit/>
          </a:bodyPr>
          <a:lstStyle/>
          <a:p>
            <a:pPr algn="ctr"/>
            <a:r>
              <a:rPr lang="en-IN" dirty="0"/>
              <a:t>Population Density</a:t>
            </a:r>
            <a:endParaRPr lang="en-IN"/>
          </a:p>
        </p:txBody>
      </p:sp>
      <p:sp>
        <p:nvSpPr>
          <p:cNvPr id="3" name="Content Placeholder 2">
            <a:extLst>
              <a:ext uri="{FF2B5EF4-FFF2-40B4-BE49-F238E27FC236}">
                <a16:creationId xmlns:a16="http://schemas.microsoft.com/office/drawing/2014/main" id="{1A20BB7E-C2C7-A314-CB32-76A8B76FD34D}"/>
              </a:ext>
            </a:extLst>
          </p:cNvPr>
          <p:cNvSpPr>
            <a:spLocks noGrp="1"/>
          </p:cNvSpPr>
          <p:nvPr>
            <p:ph idx="1"/>
          </p:nvPr>
        </p:nvSpPr>
        <p:spPr>
          <a:xfrm>
            <a:off x="5699052" y="85060"/>
            <a:ext cx="5592726" cy="5820441"/>
          </a:xfrm>
        </p:spPr>
        <p:txBody>
          <a:bodyPr anchor="ctr">
            <a:normAutofit lnSpcReduction="10000"/>
          </a:bodyPr>
          <a:lstStyle/>
          <a:p>
            <a:pPr>
              <a:lnSpc>
                <a:spcPct val="100000"/>
              </a:lnSpc>
            </a:pPr>
            <a:r>
              <a:rPr lang="en-US" sz="1800" b="1" dirty="0"/>
              <a:t>Increased Traffic Congestion</a:t>
            </a:r>
          </a:p>
          <a:p>
            <a:pPr>
              <a:lnSpc>
                <a:spcPct val="100000"/>
              </a:lnSpc>
            </a:pPr>
            <a:r>
              <a:rPr lang="en-US" sz="1800" dirty="0"/>
              <a:t>More people → more vehicles </a:t>
            </a:r>
          </a:p>
          <a:p>
            <a:pPr>
              <a:lnSpc>
                <a:spcPct val="100000"/>
              </a:lnSpc>
            </a:pPr>
            <a:r>
              <a:rPr lang="en-US" sz="1800" dirty="0"/>
              <a:t>Mixed traffic (cars, bikes, autos, pedestrians) </a:t>
            </a:r>
          </a:p>
          <a:p>
            <a:pPr>
              <a:lnSpc>
                <a:spcPct val="100000"/>
              </a:lnSpc>
            </a:pPr>
            <a:r>
              <a:rPr lang="en-US" sz="1800" dirty="0"/>
              <a:t> Results:</a:t>
            </a:r>
          </a:p>
          <a:p>
            <a:pPr>
              <a:lnSpc>
                <a:spcPct val="100000"/>
              </a:lnSpc>
            </a:pPr>
            <a:r>
              <a:rPr lang="en-US" sz="1800" dirty="0"/>
              <a:t>Frequent stop-and-go driving </a:t>
            </a:r>
          </a:p>
          <a:p>
            <a:pPr>
              <a:lnSpc>
                <a:spcPct val="100000"/>
              </a:lnSpc>
            </a:pPr>
            <a:r>
              <a:rPr lang="en-US" sz="1800" dirty="0"/>
              <a:t>Reduced average speed </a:t>
            </a:r>
          </a:p>
          <a:p>
            <a:pPr>
              <a:lnSpc>
                <a:spcPct val="100000"/>
              </a:lnSpc>
            </a:pPr>
            <a:br>
              <a:rPr lang="en-US" sz="1800" dirty="0"/>
            </a:br>
            <a:endParaRPr lang="en-US" sz="1800" dirty="0"/>
          </a:p>
          <a:p>
            <a:pPr>
              <a:lnSpc>
                <a:spcPct val="100000"/>
              </a:lnSpc>
            </a:pPr>
            <a:r>
              <a:rPr lang="en-US" sz="1800" b="1" dirty="0"/>
              <a:t> Higher Braking Frequency</a:t>
            </a:r>
          </a:p>
          <a:p>
            <a:pPr>
              <a:lnSpc>
                <a:spcPct val="100000"/>
              </a:lnSpc>
            </a:pPr>
            <a:r>
              <a:rPr lang="en-US" sz="1800" dirty="0"/>
              <a:t>Pedestrian crossings </a:t>
            </a:r>
          </a:p>
          <a:p>
            <a:pPr>
              <a:lnSpc>
                <a:spcPct val="100000"/>
              </a:lnSpc>
            </a:pPr>
            <a:r>
              <a:rPr lang="en-US" sz="1800" dirty="0"/>
              <a:t>Sudden vehicle movements </a:t>
            </a:r>
          </a:p>
          <a:p>
            <a:pPr>
              <a:lnSpc>
                <a:spcPct val="100000"/>
              </a:lnSpc>
            </a:pPr>
            <a:r>
              <a:rPr lang="en-US" sz="1800" dirty="0"/>
              <a:t>Narrow roads with roadside activity </a:t>
            </a:r>
          </a:p>
          <a:p>
            <a:pPr>
              <a:lnSpc>
                <a:spcPct val="100000"/>
              </a:lnSpc>
            </a:pPr>
            <a:r>
              <a:rPr lang="en-US" sz="1800" dirty="0"/>
              <a:t> Leads to:</a:t>
            </a:r>
          </a:p>
          <a:p>
            <a:pPr>
              <a:lnSpc>
                <a:spcPct val="100000"/>
              </a:lnSpc>
            </a:pPr>
            <a:r>
              <a:rPr lang="en-US" sz="1800" dirty="0"/>
              <a:t>More braking events </a:t>
            </a:r>
          </a:p>
          <a:p>
            <a:pPr>
              <a:lnSpc>
                <a:spcPct val="100000"/>
              </a:lnSpc>
            </a:pPr>
            <a:r>
              <a:rPr lang="en-US" sz="1800" dirty="0"/>
              <a:t>Increased fuel consumption</a:t>
            </a:r>
          </a:p>
          <a:p>
            <a:pPr>
              <a:lnSpc>
                <a:spcPct val="100000"/>
              </a:lnSpc>
            </a:pPr>
            <a:endParaRPr lang="en-IN" sz="1400" dirty="0"/>
          </a:p>
        </p:txBody>
      </p:sp>
    </p:spTree>
    <p:extLst>
      <p:ext uri="{BB962C8B-B14F-4D97-AF65-F5344CB8AC3E}">
        <p14:creationId xmlns:p14="http://schemas.microsoft.com/office/powerpoint/2010/main" val="924076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93946D1-317E-4D93-98CD-1A773634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EA4EAD-5D28-9A5E-829F-B1FC9F07E26A}"/>
              </a:ext>
            </a:extLst>
          </p:cNvPr>
          <p:cNvSpPr>
            <a:spLocks noGrp="1"/>
          </p:cNvSpPr>
          <p:nvPr>
            <p:ph type="ctrTitle"/>
          </p:nvPr>
        </p:nvSpPr>
        <p:spPr>
          <a:xfrm>
            <a:off x="952502" y="1205038"/>
            <a:ext cx="4809472" cy="2561527"/>
          </a:xfrm>
        </p:spPr>
        <p:txBody>
          <a:bodyPr anchor="b">
            <a:normAutofit/>
          </a:bodyPr>
          <a:lstStyle/>
          <a:p>
            <a:r>
              <a:rPr lang="en-IN"/>
              <a:t>METHODOLOGY</a:t>
            </a:r>
          </a:p>
        </p:txBody>
      </p:sp>
      <p:sp>
        <p:nvSpPr>
          <p:cNvPr id="29" name="Freeform: Shape 28">
            <a:extLst>
              <a:ext uri="{FF2B5EF4-FFF2-40B4-BE49-F238E27FC236}">
                <a16:creationId xmlns:a16="http://schemas.microsoft.com/office/drawing/2014/main" id="{58B179A9-8053-4E1F-A1F1-97A776016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81" y="1907347"/>
            <a:ext cx="2249810" cy="304413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solidFill>
            <a:schemeClr val="bg2">
              <a:lumMod val="75000"/>
              <a:alpha val="15000"/>
            </a:schemeClr>
          </a:solidFill>
          <a:ln w="25400"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Shape 30">
            <a:extLst>
              <a:ext uri="{FF2B5EF4-FFF2-40B4-BE49-F238E27FC236}">
                <a16:creationId xmlns:a16="http://schemas.microsoft.com/office/drawing/2014/main" id="{0732138F-A904-47FA-A71D-550BA23AD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4177" y="1824533"/>
            <a:ext cx="2372219"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C1D3118C-8CF1-4DA9-B23B-3E82AB974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43705" y="1907347"/>
            <a:ext cx="2249810" cy="304413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solidFill>
            <a:schemeClr val="bg2">
              <a:lumMod val="75000"/>
              <a:alpha val="15000"/>
            </a:schemeClr>
          </a:solidFill>
          <a:ln w="25400" cap="rnd">
            <a:no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1E68AA3D-1928-4113-A553-429ED35237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82500" y="1824533"/>
            <a:ext cx="2372219"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82900" h="5795027">
                <a:moveTo>
                  <a:pt x="2144960" y="0"/>
                </a:moveTo>
                <a:lnTo>
                  <a:pt x="2332832" y="164715"/>
                </a:lnTo>
                <a:cubicBezTo>
                  <a:pt x="2798675" y="524709"/>
                  <a:pt x="3323620" y="623869"/>
                  <a:pt x="3723546" y="855573"/>
                </a:cubicBezTo>
                <a:cubicBezTo>
                  <a:pt x="4108105" y="1124469"/>
                  <a:pt x="4282900" y="1432851"/>
                  <a:pt x="4282900" y="2048959"/>
                </a:cubicBezTo>
                <a:lnTo>
                  <a:pt x="4282900" y="2231503"/>
                </a:lnTo>
                <a:lnTo>
                  <a:pt x="4282900" y="2752557"/>
                </a:lnTo>
                <a:lnTo>
                  <a:pt x="4282900" y="3042471"/>
                </a:lnTo>
                <a:lnTo>
                  <a:pt x="4282900" y="3441681"/>
                </a:lnTo>
                <a:lnTo>
                  <a:pt x="4282900" y="3746068"/>
                </a:lnTo>
                <a:cubicBezTo>
                  <a:pt x="4282900" y="4362177"/>
                  <a:pt x="4108103" y="4670559"/>
                  <a:pt x="3723546" y="4939455"/>
                </a:cubicBezTo>
                <a:cubicBezTo>
                  <a:pt x="3323617" y="5171158"/>
                  <a:pt x="2798672" y="527031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F154D25A-ABC3-471D-843E-8F284EAB9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4543" y="0"/>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3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9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3 h 2294745"/>
              <a:gd name="connsiteX20" fmla="*/ 39706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3"/>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9" y="1845313"/>
                </a:cubicBezTo>
                <a:cubicBezTo>
                  <a:pt x="91821" y="1704061"/>
                  <a:pt x="0" y="1542068"/>
                  <a:pt x="0" y="1218426"/>
                </a:cubicBezTo>
                <a:lnTo>
                  <a:pt x="0" y="1058531"/>
                </a:lnTo>
                <a:lnTo>
                  <a:pt x="0" y="848826"/>
                </a:lnTo>
                <a:lnTo>
                  <a:pt x="0" y="696534"/>
                </a:lnTo>
                <a:lnTo>
                  <a:pt x="0" y="422824"/>
                </a:lnTo>
                <a:lnTo>
                  <a:pt x="0" y="326933"/>
                </a:lnTo>
                <a:cubicBezTo>
                  <a:pt x="0" y="205568"/>
                  <a:pt x="12913" y="106934"/>
                  <a:pt x="39706" y="23601"/>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6B46C890-89DD-45B3-8228-EA43662A4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3339" y="0"/>
            <a:ext cx="2372219" cy="2377558"/>
          </a:xfrm>
          <a:custGeom>
            <a:avLst/>
            <a:gdLst>
              <a:gd name="connsiteX0" fmla="*/ 37572 w 2372219"/>
              <a:gd name="connsiteY0" fmla="*/ 0 h 2377558"/>
              <a:gd name="connsiteX1" fmla="*/ 2334647 w 2372219"/>
              <a:gd name="connsiteY1" fmla="*/ 0 h 2377558"/>
              <a:gd name="connsiteX2" fmla="*/ 2353763 w 2372219"/>
              <a:gd name="connsiteY2" fmla="*/ 76379 h 2377558"/>
              <a:gd name="connsiteX3" fmla="*/ 2372219 w 2372219"/>
              <a:gd name="connsiteY3" fmla="*/ 302680 h 2377558"/>
              <a:gd name="connsiteX4" fmla="*/ 2372219 w 2372219"/>
              <a:gd name="connsiteY4" fmla="*/ 403788 h 2377558"/>
              <a:gd name="connsiteX5" fmla="*/ 2372219 w 2372219"/>
              <a:gd name="connsiteY5" fmla="*/ 692390 h 2377558"/>
              <a:gd name="connsiteX6" fmla="*/ 2372219 w 2372219"/>
              <a:gd name="connsiteY6" fmla="*/ 852968 h 2377558"/>
              <a:gd name="connsiteX7" fmla="*/ 2372219 w 2372219"/>
              <a:gd name="connsiteY7" fmla="*/ 1074083 h 2377558"/>
              <a:gd name="connsiteX8" fmla="*/ 2372219 w 2372219"/>
              <a:gd name="connsiteY8" fmla="*/ 1242678 h 2377558"/>
              <a:gd name="connsiteX9" fmla="*/ 2062403 w 2372219"/>
              <a:gd name="connsiteY9" fmla="*/ 1903673 h 2377558"/>
              <a:gd name="connsiteX10" fmla="*/ 1292111 w 2372219"/>
              <a:gd name="connsiteY10" fmla="*/ 2286325 h 2377558"/>
              <a:gd name="connsiteX11" fmla="*/ 1184165 w 2372219"/>
              <a:gd name="connsiteY11" fmla="*/ 2377558 h 2377558"/>
              <a:gd name="connsiteX12" fmla="*/ 1080107 w 2372219"/>
              <a:gd name="connsiteY12" fmla="*/ 2286325 h 2377558"/>
              <a:gd name="connsiteX13" fmla="*/ 309816 w 2372219"/>
              <a:gd name="connsiteY13" fmla="*/ 1903673 h 2377558"/>
              <a:gd name="connsiteX14" fmla="*/ 0 w 2372219"/>
              <a:gd name="connsiteY14" fmla="*/ 1242678 h 2377558"/>
              <a:gd name="connsiteX15" fmla="*/ 0 w 2372219"/>
              <a:gd name="connsiteY15" fmla="*/ 1074083 h 2377558"/>
              <a:gd name="connsiteX16" fmla="*/ 0 w 2372219"/>
              <a:gd name="connsiteY16" fmla="*/ 852968 h 2377558"/>
              <a:gd name="connsiteX17" fmla="*/ 0 w 2372219"/>
              <a:gd name="connsiteY17" fmla="*/ 692390 h 2377558"/>
              <a:gd name="connsiteX18" fmla="*/ 0 w 2372219"/>
              <a:gd name="connsiteY18" fmla="*/ 403788 h 2377558"/>
              <a:gd name="connsiteX19" fmla="*/ 0 w 2372219"/>
              <a:gd name="connsiteY19" fmla="*/ 302680 h 2377558"/>
              <a:gd name="connsiteX20" fmla="*/ 18456 w 2372219"/>
              <a:gd name="connsiteY20" fmla="*/ 76379 h 2377558"/>
              <a:gd name="connsiteX0" fmla="*/ 37572 w 2372219"/>
              <a:gd name="connsiteY0" fmla="*/ 0 h 2377558"/>
              <a:gd name="connsiteX1" fmla="*/ 2334647 w 2372219"/>
              <a:gd name="connsiteY1" fmla="*/ 0 h 2377558"/>
              <a:gd name="connsiteX2" fmla="*/ 2353763 w 2372219"/>
              <a:gd name="connsiteY2" fmla="*/ 76379 h 2377558"/>
              <a:gd name="connsiteX3" fmla="*/ 2372219 w 2372219"/>
              <a:gd name="connsiteY3" fmla="*/ 302680 h 2377558"/>
              <a:gd name="connsiteX4" fmla="*/ 2372219 w 2372219"/>
              <a:gd name="connsiteY4" fmla="*/ 403788 h 2377558"/>
              <a:gd name="connsiteX5" fmla="*/ 2372219 w 2372219"/>
              <a:gd name="connsiteY5" fmla="*/ 692390 h 2377558"/>
              <a:gd name="connsiteX6" fmla="*/ 2372219 w 2372219"/>
              <a:gd name="connsiteY6" fmla="*/ 852968 h 2377558"/>
              <a:gd name="connsiteX7" fmla="*/ 2372219 w 2372219"/>
              <a:gd name="connsiteY7" fmla="*/ 1074083 h 2377558"/>
              <a:gd name="connsiteX8" fmla="*/ 2372219 w 2372219"/>
              <a:gd name="connsiteY8" fmla="*/ 1242678 h 2377558"/>
              <a:gd name="connsiteX9" fmla="*/ 2062403 w 2372219"/>
              <a:gd name="connsiteY9" fmla="*/ 1903673 h 2377558"/>
              <a:gd name="connsiteX10" fmla="*/ 1292111 w 2372219"/>
              <a:gd name="connsiteY10" fmla="*/ 2286325 h 2377558"/>
              <a:gd name="connsiteX11" fmla="*/ 1184165 w 2372219"/>
              <a:gd name="connsiteY11" fmla="*/ 2377558 h 2377558"/>
              <a:gd name="connsiteX12" fmla="*/ 1080107 w 2372219"/>
              <a:gd name="connsiteY12" fmla="*/ 2286325 h 2377558"/>
              <a:gd name="connsiteX13" fmla="*/ 309816 w 2372219"/>
              <a:gd name="connsiteY13" fmla="*/ 1903673 h 2377558"/>
              <a:gd name="connsiteX14" fmla="*/ 0 w 2372219"/>
              <a:gd name="connsiteY14" fmla="*/ 1242678 h 2377558"/>
              <a:gd name="connsiteX15" fmla="*/ 0 w 2372219"/>
              <a:gd name="connsiteY15" fmla="*/ 1074083 h 2377558"/>
              <a:gd name="connsiteX16" fmla="*/ 0 w 2372219"/>
              <a:gd name="connsiteY16" fmla="*/ 852968 h 2377558"/>
              <a:gd name="connsiteX17" fmla="*/ 0 w 2372219"/>
              <a:gd name="connsiteY17" fmla="*/ 692390 h 2377558"/>
              <a:gd name="connsiteX18" fmla="*/ 0 w 2372219"/>
              <a:gd name="connsiteY18" fmla="*/ 403788 h 2377558"/>
              <a:gd name="connsiteX19" fmla="*/ 0 w 2372219"/>
              <a:gd name="connsiteY19" fmla="*/ 302680 h 2377558"/>
              <a:gd name="connsiteX20" fmla="*/ 18456 w 2372219"/>
              <a:gd name="connsiteY20" fmla="*/ 76379 h 2377558"/>
              <a:gd name="connsiteX21" fmla="*/ 129012 w 2372219"/>
              <a:gd name="connsiteY21" fmla="*/ 91440 h 2377558"/>
              <a:gd name="connsiteX0" fmla="*/ 2334647 w 2372219"/>
              <a:gd name="connsiteY0" fmla="*/ 0 h 2377558"/>
              <a:gd name="connsiteX1" fmla="*/ 2353763 w 2372219"/>
              <a:gd name="connsiteY1" fmla="*/ 76379 h 2377558"/>
              <a:gd name="connsiteX2" fmla="*/ 2372219 w 2372219"/>
              <a:gd name="connsiteY2" fmla="*/ 302680 h 2377558"/>
              <a:gd name="connsiteX3" fmla="*/ 2372219 w 2372219"/>
              <a:gd name="connsiteY3" fmla="*/ 403788 h 2377558"/>
              <a:gd name="connsiteX4" fmla="*/ 2372219 w 2372219"/>
              <a:gd name="connsiteY4" fmla="*/ 692390 h 2377558"/>
              <a:gd name="connsiteX5" fmla="*/ 2372219 w 2372219"/>
              <a:gd name="connsiteY5" fmla="*/ 852968 h 2377558"/>
              <a:gd name="connsiteX6" fmla="*/ 2372219 w 2372219"/>
              <a:gd name="connsiteY6" fmla="*/ 1074083 h 2377558"/>
              <a:gd name="connsiteX7" fmla="*/ 2372219 w 2372219"/>
              <a:gd name="connsiteY7" fmla="*/ 1242678 h 2377558"/>
              <a:gd name="connsiteX8" fmla="*/ 2062403 w 2372219"/>
              <a:gd name="connsiteY8" fmla="*/ 1903673 h 2377558"/>
              <a:gd name="connsiteX9" fmla="*/ 1292111 w 2372219"/>
              <a:gd name="connsiteY9" fmla="*/ 2286325 h 2377558"/>
              <a:gd name="connsiteX10" fmla="*/ 1184165 w 2372219"/>
              <a:gd name="connsiteY10" fmla="*/ 2377558 h 2377558"/>
              <a:gd name="connsiteX11" fmla="*/ 1080107 w 2372219"/>
              <a:gd name="connsiteY11" fmla="*/ 2286325 h 2377558"/>
              <a:gd name="connsiteX12" fmla="*/ 309816 w 2372219"/>
              <a:gd name="connsiteY12" fmla="*/ 1903673 h 2377558"/>
              <a:gd name="connsiteX13" fmla="*/ 0 w 2372219"/>
              <a:gd name="connsiteY13" fmla="*/ 1242678 h 2377558"/>
              <a:gd name="connsiteX14" fmla="*/ 0 w 2372219"/>
              <a:gd name="connsiteY14" fmla="*/ 1074083 h 2377558"/>
              <a:gd name="connsiteX15" fmla="*/ 0 w 2372219"/>
              <a:gd name="connsiteY15" fmla="*/ 852968 h 2377558"/>
              <a:gd name="connsiteX16" fmla="*/ 0 w 2372219"/>
              <a:gd name="connsiteY16" fmla="*/ 692390 h 2377558"/>
              <a:gd name="connsiteX17" fmla="*/ 0 w 2372219"/>
              <a:gd name="connsiteY17" fmla="*/ 403788 h 2377558"/>
              <a:gd name="connsiteX18" fmla="*/ 0 w 2372219"/>
              <a:gd name="connsiteY18" fmla="*/ 302680 h 2377558"/>
              <a:gd name="connsiteX19" fmla="*/ 18456 w 2372219"/>
              <a:gd name="connsiteY19" fmla="*/ 76379 h 2377558"/>
              <a:gd name="connsiteX20" fmla="*/ 129012 w 2372219"/>
              <a:gd name="connsiteY20" fmla="*/ 91440 h 2377558"/>
              <a:gd name="connsiteX0" fmla="*/ 2334647 w 2372219"/>
              <a:gd name="connsiteY0" fmla="*/ 0 h 2377558"/>
              <a:gd name="connsiteX1" fmla="*/ 2353763 w 2372219"/>
              <a:gd name="connsiteY1" fmla="*/ 76379 h 2377558"/>
              <a:gd name="connsiteX2" fmla="*/ 2372219 w 2372219"/>
              <a:gd name="connsiteY2" fmla="*/ 302680 h 2377558"/>
              <a:gd name="connsiteX3" fmla="*/ 2372219 w 2372219"/>
              <a:gd name="connsiteY3" fmla="*/ 403788 h 2377558"/>
              <a:gd name="connsiteX4" fmla="*/ 2372219 w 2372219"/>
              <a:gd name="connsiteY4" fmla="*/ 692390 h 2377558"/>
              <a:gd name="connsiteX5" fmla="*/ 2372219 w 2372219"/>
              <a:gd name="connsiteY5" fmla="*/ 852968 h 2377558"/>
              <a:gd name="connsiteX6" fmla="*/ 2372219 w 2372219"/>
              <a:gd name="connsiteY6" fmla="*/ 1074083 h 2377558"/>
              <a:gd name="connsiteX7" fmla="*/ 2372219 w 2372219"/>
              <a:gd name="connsiteY7" fmla="*/ 1242678 h 2377558"/>
              <a:gd name="connsiteX8" fmla="*/ 2062403 w 2372219"/>
              <a:gd name="connsiteY8" fmla="*/ 1903673 h 2377558"/>
              <a:gd name="connsiteX9" fmla="*/ 1292111 w 2372219"/>
              <a:gd name="connsiteY9" fmla="*/ 2286325 h 2377558"/>
              <a:gd name="connsiteX10" fmla="*/ 1184165 w 2372219"/>
              <a:gd name="connsiteY10" fmla="*/ 2377558 h 2377558"/>
              <a:gd name="connsiteX11" fmla="*/ 1080107 w 2372219"/>
              <a:gd name="connsiteY11" fmla="*/ 2286325 h 2377558"/>
              <a:gd name="connsiteX12" fmla="*/ 309816 w 2372219"/>
              <a:gd name="connsiteY12" fmla="*/ 1903673 h 2377558"/>
              <a:gd name="connsiteX13" fmla="*/ 0 w 2372219"/>
              <a:gd name="connsiteY13" fmla="*/ 1242678 h 2377558"/>
              <a:gd name="connsiteX14" fmla="*/ 0 w 2372219"/>
              <a:gd name="connsiteY14" fmla="*/ 1074083 h 2377558"/>
              <a:gd name="connsiteX15" fmla="*/ 0 w 2372219"/>
              <a:gd name="connsiteY15" fmla="*/ 852968 h 2377558"/>
              <a:gd name="connsiteX16" fmla="*/ 0 w 2372219"/>
              <a:gd name="connsiteY16" fmla="*/ 692390 h 2377558"/>
              <a:gd name="connsiteX17" fmla="*/ 0 w 2372219"/>
              <a:gd name="connsiteY17" fmla="*/ 403788 h 2377558"/>
              <a:gd name="connsiteX18" fmla="*/ 0 w 2372219"/>
              <a:gd name="connsiteY18" fmla="*/ 302680 h 2377558"/>
              <a:gd name="connsiteX19" fmla="*/ 18456 w 2372219"/>
              <a:gd name="connsiteY19" fmla="*/ 76379 h 2377558"/>
              <a:gd name="connsiteX20" fmla="*/ 35896 w 2372219"/>
              <a:gd name="connsiteY20" fmla="*/ 2049 h 2377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72219" h="2377558">
                <a:moveTo>
                  <a:pt x="2334647" y="0"/>
                </a:moveTo>
                <a:lnTo>
                  <a:pt x="2353763" y="76379"/>
                </a:lnTo>
                <a:cubicBezTo>
                  <a:pt x="2366168" y="142708"/>
                  <a:pt x="2372219" y="217368"/>
                  <a:pt x="2372219" y="302680"/>
                </a:cubicBezTo>
                <a:lnTo>
                  <a:pt x="2372219" y="403788"/>
                </a:lnTo>
                <a:lnTo>
                  <a:pt x="2372219" y="692390"/>
                </a:lnTo>
                <a:lnTo>
                  <a:pt x="2372219" y="852968"/>
                </a:lnTo>
                <a:lnTo>
                  <a:pt x="2372219" y="1074083"/>
                </a:lnTo>
                <a:lnTo>
                  <a:pt x="2372219" y="1242678"/>
                </a:lnTo>
                <a:cubicBezTo>
                  <a:pt x="2372219" y="1583929"/>
                  <a:pt x="2275402" y="1754736"/>
                  <a:pt x="2062403" y="1903673"/>
                </a:cubicBezTo>
                <a:cubicBezTo>
                  <a:pt x="1840890" y="2032009"/>
                  <a:pt x="1550133" y="2086932"/>
                  <a:pt x="1292111" y="2286325"/>
                </a:cubicBezTo>
                <a:lnTo>
                  <a:pt x="1184165" y="2377558"/>
                </a:lnTo>
                <a:lnTo>
                  <a:pt x="1080107" y="2286325"/>
                </a:lnTo>
                <a:cubicBezTo>
                  <a:pt x="822085" y="2086932"/>
                  <a:pt x="531327" y="2032009"/>
                  <a:pt x="309816" y="1903673"/>
                </a:cubicBezTo>
                <a:cubicBezTo>
                  <a:pt x="96817" y="1754736"/>
                  <a:pt x="0" y="1583929"/>
                  <a:pt x="0" y="1242678"/>
                </a:cubicBezTo>
                <a:lnTo>
                  <a:pt x="0" y="1074083"/>
                </a:lnTo>
                <a:lnTo>
                  <a:pt x="0" y="852968"/>
                </a:lnTo>
                <a:lnTo>
                  <a:pt x="0" y="692390"/>
                </a:lnTo>
                <a:lnTo>
                  <a:pt x="0" y="403788"/>
                </a:lnTo>
                <a:lnTo>
                  <a:pt x="0" y="302680"/>
                </a:lnTo>
                <a:cubicBezTo>
                  <a:pt x="0" y="217368"/>
                  <a:pt x="6051" y="142708"/>
                  <a:pt x="18456" y="76379"/>
                </a:cubicBezTo>
                <a:cubicBezTo>
                  <a:pt x="24828" y="50919"/>
                  <a:pt x="35896" y="2049"/>
                  <a:pt x="35896" y="2049"/>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E4AC1FBA-D93E-4EB8-B7F4-164F02D8B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4543" y="4563256"/>
            <a:ext cx="2249810" cy="2294744"/>
          </a:xfrm>
          <a:custGeom>
            <a:avLst/>
            <a:gdLst>
              <a:gd name="connsiteX0" fmla="*/ 1126749 w 2249810"/>
              <a:gd name="connsiteY0" fmla="*/ 0 h 2294744"/>
              <a:gd name="connsiteX1" fmla="*/ 1225438 w 2249810"/>
              <a:gd name="connsiteY1" fmla="*/ 86525 h 2294744"/>
              <a:gd name="connsiteX2" fmla="*/ 1955981 w 2249810"/>
              <a:gd name="connsiteY2" fmla="*/ 449433 h 2294744"/>
              <a:gd name="connsiteX3" fmla="*/ 2249810 w 2249810"/>
              <a:gd name="connsiteY3" fmla="*/ 1076320 h 2294744"/>
              <a:gd name="connsiteX4" fmla="*/ 2249810 w 2249810"/>
              <a:gd name="connsiteY4" fmla="*/ 1172210 h 2294744"/>
              <a:gd name="connsiteX5" fmla="*/ 2249810 w 2249810"/>
              <a:gd name="connsiteY5" fmla="*/ 1445920 h 2294744"/>
              <a:gd name="connsiteX6" fmla="*/ 2249810 w 2249810"/>
              <a:gd name="connsiteY6" fmla="*/ 1598212 h 2294744"/>
              <a:gd name="connsiteX7" fmla="*/ 2249810 w 2249810"/>
              <a:gd name="connsiteY7" fmla="*/ 1807917 h 2294744"/>
              <a:gd name="connsiteX8" fmla="*/ 2249810 w 2249810"/>
              <a:gd name="connsiteY8" fmla="*/ 1967812 h 2294744"/>
              <a:gd name="connsiteX9" fmla="*/ 2210105 w 2249810"/>
              <a:gd name="connsiteY9" fmla="*/ 2271144 h 2294744"/>
              <a:gd name="connsiteX10" fmla="*/ 2200649 w 2249810"/>
              <a:gd name="connsiteY10" fmla="*/ 2294744 h 2294744"/>
              <a:gd name="connsiteX11" fmla="*/ 49161 w 2249810"/>
              <a:gd name="connsiteY11" fmla="*/ 2294744 h 2294744"/>
              <a:gd name="connsiteX12" fmla="*/ 39706 w 2249810"/>
              <a:gd name="connsiteY12" fmla="*/ 2271144 h 2294744"/>
              <a:gd name="connsiteX13" fmla="*/ 0 w 2249810"/>
              <a:gd name="connsiteY13" fmla="*/ 1967812 h 2294744"/>
              <a:gd name="connsiteX14" fmla="*/ 0 w 2249810"/>
              <a:gd name="connsiteY14" fmla="*/ 1807917 h 2294744"/>
              <a:gd name="connsiteX15" fmla="*/ 0 w 2249810"/>
              <a:gd name="connsiteY15" fmla="*/ 1598212 h 2294744"/>
              <a:gd name="connsiteX16" fmla="*/ 0 w 2249810"/>
              <a:gd name="connsiteY16" fmla="*/ 1445920 h 2294744"/>
              <a:gd name="connsiteX17" fmla="*/ 0 w 2249810"/>
              <a:gd name="connsiteY17" fmla="*/ 1172210 h 2294744"/>
              <a:gd name="connsiteX18" fmla="*/ 0 w 2249810"/>
              <a:gd name="connsiteY18" fmla="*/ 1076320 h 2294744"/>
              <a:gd name="connsiteX19" fmla="*/ 293829 w 2249810"/>
              <a:gd name="connsiteY19" fmla="*/ 449433 h 2294744"/>
              <a:gd name="connsiteX20" fmla="*/ 1024373 w 2249810"/>
              <a:gd name="connsiteY20" fmla="*/ 86525 h 2294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4">
                <a:moveTo>
                  <a:pt x="1126749" y="0"/>
                </a:moveTo>
                <a:lnTo>
                  <a:pt x="1225438" y="86525"/>
                </a:lnTo>
                <a:cubicBezTo>
                  <a:pt x="1470146" y="275630"/>
                  <a:pt x="1745900" y="327719"/>
                  <a:pt x="1955981" y="449433"/>
                </a:cubicBezTo>
                <a:cubicBezTo>
                  <a:pt x="2157990" y="590684"/>
                  <a:pt x="2249810" y="752678"/>
                  <a:pt x="2249810" y="1076320"/>
                </a:cubicBezTo>
                <a:lnTo>
                  <a:pt x="2249810" y="1172210"/>
                </a:lnTo>
                <a:lnTo>
                  <a:pt x="2249810" y="1445920"/>
                </a:lnTo>
                <a:lnTo>
                  <a:pt x="2249810" y="1598212"/>
                </a:lnTo>
                <a:lnTo>
                  <a:pt x="2249810" y="1807917"/>
                </a:lnTo>
                <a:lnTo>
                  <a:pt x="2249810" y="1967812"/>
                </a:lnTo>
                <a:cubicBezTo>
                  <a:pt x="2249810" y="2089178"/>
                  <a:pt x="2236898" y="2187812"/>
                  <a:pt x="2210105" y="2271144"/>
                </a:cubicBezTo>
                <a:lnTo>
                  <a:pt x="2200649" y="2294744"/>
                </a:lnTo>
                <a:lnTo>
                  <a:pt x="49161" y="2294744"/>
                </a:lnTo>
                <a:lnTo>
                  <a:pt x="39706" y="2271144"/>
                </a:lnTo>
                <a:cubicBezTo>
                  <a:pt x="12913" y="2187812"/>
                  <a:pt x="0" y="2089178"/>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3"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079C2B9A-BAD5-40C9-8F56-71E4A865E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23339" y="4480441"/>
            <a:ext cx="2372219" cy="2379607"/>
          </a:xfrm>
          <a:custGeom>
            <a:avLst/>
            <a:gdLst>
              <a:gd name="connsiteX0" fmla="*/ 1188054 w 2372219"/>
              <a:gd name="connsiteY0" fmla="*/ 0 h 2377558"/>
              <a:gd name="connsiteX1" fmla="*/ 1292113 w 2372219"/>
              <a:gd name="connsiteY1" fmla="*/ 91233 h 2377558"/>
              <a:gd name="connsiteX2" fmla="*/ 2062403 w 2372219"/>
              <a:gd name="connsiteY2" fmla="*/ 473886 h 2377558"/>
              <a:gd name="connsiteX3" fmla="*/ 2372219 w 2372219"/>
              <a:gd name="connsiteY3" fmla="*/ 1134881 h 2377558"/>
              <a:gd name="connsiteX4" fmla="*/ 2372219 w 2372219"/>
              <a:gd name="connsiteY4" fmla="*/ 1235988 h 2377558"/>
              <a:gd name="connsiteX5" fmla="*/ 2372219 w 2372219"/>
              <a:gd name="connsiteY5" fmla="*/ 1524590 h 2377558"/>
              <a:gd name="connsiteX6" fmla="*/ 2372219 w 2372219"/>
              <a:gd name="connsiteY6" fmla="*/ 1685168 h 2377558"/>
              <a:gd name="connsiteX7" fmla="*/ 2372219 w 2372219"/>
              <a:gd name="connsiteY7" fmla="*/ 1906283 h 2377558"/>
              <a:gd name="connsiteX8" fmla="*/ 2372219 w 2372219"/>
              <a:gd name="connsiteY8" fmla="*/ 2074878 h 2377558"/>
              <a:gd name="connsiteX9" fmla="*/ 2353763 w 2372219"/>
              <a:gd name="connsiteY9" fmla="*/ 2301180 h 2377558"/>
              <a:gd name="connsiteX10" fmla="*/ 2334647 w 2372219"/>
              <a:gd name="connsiteY10" fmla="*/ 2377558 h 2377558"/>
              <a:gd name="connsiteX11" fmla="*/ 37572 w 2372219"/>
              <a:gd name="connsiteY11" fmla="*/ 2377558 h 2377558"/>
              <a:gd name="connsiteX12" fmla="*/ 18456 w 2372219"/>
              <a:gd name="connsiteY12" fmla="*/ 2301180 h 2377558"/>
              <a:gd name="connsiteX13" fmla="*/ 0 w 2372219"/>
              <a:gd name="connsiteY13" fmla="*/ 2074878 h 2377558"/>
              <a:gd name="connsiteX14" fmla="*/ 0 w 2372219"/>
              <a:gd name="connsiteY14" fmla="*/ 1906283 h 2377558"/>
              <a:gd name="connsiteX15" fmla="*/ 0 w 2372219"/>
              <a:gd name="connsiteY15" fmla="*/ 1685168 h 2377558"/>
              <a:gd name="connsiteX16" fmla="*/ 0 w 2372219"/>
              <a:gd name="connsiteY16" fmla="*/ 1524590 h 2377558"/>
              <a:gd name="connsiteX17" fmla="*/ 0 w 2372219"/>
              <a:gd name="connsiteY17" fmla="*/ 1235988 h 2377558"/>
              <a:gd name="connsiteX18" fmla="*/ 0 w 2372219"/>
              <a:gd name="connsiteY18" fmla="*/ 1134881 h 2377558"/>
              <a:gd name="connsiteX19" fmla="*/ 309816 w 2372219"/>
              <a:gd name="connsiteY19" fmla="*/ 473886 h 2377558"/>
              <a:gd name="connsiteX20" fmla="*/ 1080108 w 2372219"/>
              <a:gd name="connsiteY20" fmla="*/ 91233 h 2377558"/>
              <a:gd name="connsiteX0" fmla="*/ 2334647 w 2426087"/>
              <a:gd name="connsiteY0" fmla="*/ 2377558 h 2468998"/>
              <a:gd name="connsiteX1" fmla="*/ 37572 w 2426087"/>
              <a:gd name="connsiteY1" fmla="*/ 2377558 h 2468998"/>
              <a:gd name="connsiteX2" fmla="*/ 18456 w 2426087"/>
              <a:gd name="connsiteY2" fmla="*/ 2301180 h 2468998"/>
              <a:gd name="connsiteX3" fmla="*/ 0 w 2426087"/>
              <a:gd name="connsiteY3" fmla="*/ 2074878 h 2468998"/>
              <a:gd name="connsiteX4" fmla="*/ 0 w 2426087"/>
              <a:gd name="connsiteY4" fmla="*/ 1906283 h 2468998"/>
              <a:gd name="connsiteX5" fmla="*/ 0 w 2426087"/>
              <a:gd name="connsiteY5" fmla="*/ 1685168 h 2468998"/>
              <a:gd name="connsiteX6" fmla="*/ 0 w 2426087"/>
              <a:gd name="connsiteY6" fmla="*/ 1524590 h 2468998"/>
              <a:gd name="connsiteX7" fmla="*/ 0 w 2426087"/>
              <a:gd name="connsiteY7" fmla="*/ 1235988 h 2468998"/>
              <a:gd name="connsiteX8" fmla="*/ 0 w 2426087"/>
              <a:gd name="connsiteY8" fmla="*/ 1134881 h 2468998"/>
              <a:gd name="connsiteX9" fmla="*/ 309816 w 2426087"/>
              <a:gd name="connsiteY9" fmla="*/ 473886 h 2468998"/>
              <a:gd name="connsiteX10" fmla="*/ 1080108 w 2426087"/>
              <a:gd name="connsiteY10" fmla="*/ 91233 h 2468998"/>
              <a:gd name="connsiteX11" fmla="*/ 1188054 w 2426087"/>
              <a:gd name="connsiteY11" fmla="*/ 0 h 2468998"/>
              <a:gd name="connsiteX12" fmla="*/ 1292113 w 2426087"/>
              <a:gd name="connsiteY12" fmla="*/ 91233 h 2468998"/>
              <a:gd name="connsiteX13" fmla="*/ 2062403 w 2426087"/>
              <a:gd name="connsiteY13" fmla="*/ 473886 h 2468998"/>
              <a:gd name="connsiteX14" fmla="*/ 2372219 w 2426087"/>
              <a:gd name="connsiteY14" fmla="*/ 1134881 h 2468998"/>
              <a:gd name="connsiteX15" fmla="*/ 2372219 w 2426087"/>
              <a:gd name="connsiteY15" fmla="*/ 1235988 h 2468998"/>
              <a:gd name="connsiteX16" fmla="*/ 2372219 w 2426087"/>
              <a:gd name="connsiteY16" fmla="*/ 1524590 h 2468998"/>
              <a:gd name="connsiteX17" fmla="*/ 2372219 w 2426087"/>
              <a:gd name="connsiteY17" fmla="*/ 1685168 h 2468998"/>
              <a:gd name="connsiteX18" fmla="*/ 2372219 w 2426087"/>
              <a:gd name="connsiteY18" fmla="*/ 1906283 h 2468998"/>
              <a:gd name="connsiteX19" fmla="*/ 2372219 w 2426087"/>
              <a:gd name="connsiteY19" fmla="*/ 2074878 h 2468998"/>
              <a:gd name="connsiteX20" fmla="*/ 2353763 w 2426087"/>
              <a:gd name="connsiteY20" fmla="*/ 2301180 h 2468998"/>
              <a:gd name="connsiteX21" fmla="*/ 2426087 w 2426087"/>
              <a:gd name="connsiteY21"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906283 h 2468998"/>
              <a:gd name="connsiteX4" fmla="*/ 0 w 2426087"/>
              <a:gd name="connsiteY4" fmla="*/ 1685168 h 2468998"/>
              <a:gd name="connsiteX5" fmla="*/ 0 w 2426087"/>
              <a:gd name="connsiteY5" fmla="*/ 1524590 h 2468998"/>
              <a:gd name="connsiteX6" fmla="*/ 0 w 2426087"/>
              <a:gd name="connsiteY6" fmla="*/ 1235988 h 2468998"/>
              <a:gd name="connsiteX7" fmla="*/ 0 w 2426087"/>
              <a:gd name="connsiteY7" fmla="*/ 1134881 h 2468998"/>
              <a:gd name="connsiteX8" fmla="*/ 309816 w 2426087"/>
              <a:gd name="connsiteY8" fmla="*/ 473886 h 2468998"/>
              <a:gd name="connsiteX9" fmla="*/ 1080108 w 2426087"/>
              <a:gd name="connsiteY9" fmla="*/ 91233 h 2468998"/>
              <a:gd name="connsiteX10" fmla="*/ 1188054 w 2426087"/>
              <a:gd name="connsiteY10" fmla="*/ 0 h 2468998"/>
              <a:gd name="connsiteX11" fmla="*/ 1292113 w 2426087"/>
              <a:gd name="connsiteY11" fmla="*/ 91233 h 2468998"/>
              <a:gd name="connsiteX12" fmla="*/ 2062403 w 2426087"/>
              <a:gd name="connsiteY12" fmla="*/ 473886 h 2468998"/>
              <a:gd name="connsiteX13" fmla="*/ 2372219 w 2426087"/>
              <a:gd name="connsiteY13" fmla="*/ 1134881 h 2468998"/>
              <a:gd name="connsiteX14" fmla="*/ 2372219 w 2426087"/>
              <a:gd name="connsiteY14" fmla="*/ 1235988 h 2468998"/>
              <a:gd name="connsiteX15" fmla="*/ 2372219 w 2426087"/>
              <a:gd name="connsiteY15" fmla="*/ 1524590 h 2468998"/>
              <a:gd name="connsiteX16" fmla="*/ 2372219 w 2426087"/>
              <a:gd name="connsiteY16" fmla="*/ 1685168 h 2468998"/>
              <a:gd name="connsiteX17" fmla="*/ 2372219 w 2426087"/>
              <a:gd name="connsiteY17" fmla="*/ 1906283 h 2468998"/>
              <a:gd name="connsiteX18" fmla="*/ 2372219 w 2426087"/>
              <a:gd name="connsiteY18" fmla="*/ 2074878 h 2468998"/>
              <a:gd name="connsiteX19" fmla="*/ 2353763 w 2426087"/>
              <a:gd name="connsiteY19" fmla="*/ 2301180 h 2468998"/>
              <a:gd name="connsiteX20" fmla="*/ 2426087 w 2426087"/>
              <a:gd name="connsiteY20"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906283 h 2468998"/>
              <a:gd name="connsiteX4" fmla="*/ 0 w 2426087"/>
              <a:gd name="connsiteY4" fmla="*/ 1685168 h 2468998"/>
              <a:gd name="connsiteX5" fmla="*/ 0 w 2426087"/>
              <a:gd name="connsiteY5" fmla="*/ 1524590 h 2468998"/>
              <a:gd name="connsiteX6" fmla="*/ 0 w 2426087"/>
              <a:gd name="connsiteY6" fmla="*/ 1235988 h 2468998"/>
              <a:gd name="connsiteX7" fmla="*/ 0 w 2426087"/>
              <a:gd name="connsiteY7" fmla="*/ 1134881 h 2468998"/>
              <a:gd name="connsiteX8" fmla="*/ 309816 w 2426087"/>
              <a:gd name="connsiteY8" fmla="*/ 473886 h 2468998"/>
              <a:gd name="connsiteX9" fmla="*/ 1080108 w 2426087"/>
              <a:gd name="connsiteY9" fmla="*/ 91233 h 2468998"/>
              <a:gd name="connsiteX10" fmla="*/ 1188054 w 2426087"/>
              <a:gd name="connsiteY10" fmla="*/ 0 h 2468998"/>
              <a:gd name="connsiteX11" fmla="*/ 1292113 w 2426087"/>
              <a:gd name="connsiteY11" fmla="*/ 91233 h 2468998"/>
              <a:gd name="connsiteX12" fmla="*/ 2062403 w 2426087"/>
              <a:gd name="connsiteY12" fmla="*/ 473886 h 2468998"/>
              <a:gd name="connsiteX13" fmla="*/ 2372219 w 2426087"/>
              <a:gd name="connsiteY13" fmla="*/ 1134881 h 2468998"/>
              <a:gd name="connsiteX14" fmla="*/ 2372219 w 2426087"/>
              <a:gd name="connsiteY14" fmla="*/ 1235988 h 2468998"/>
              <a:gd name="connsiteX15" fmla="*/ 2372219 w 2426087"/>
              <a:gd name="connsiteY15" fmla="*/ 1685168 h 2468998"/>
              <a:gd name="connsiteX16" fmla="*/ 2372219 w 2426087"/>
              <a:gd name="connsiteY16" fmla="*/ 1906283 h 2468998"/>
              <a:gd name="connsiteX17" fmla="*/ 2372219 w 2426087"/>
              <a:gd name="connsiteY17" fmla="*/ 2074878 h 2468998"/>
              <a:gd name="connsiteX18" fmla="*/ 2353763 w 2426087"/>
              <a:gd name="connsiteY18" fmla="*/ 2301180 h 2468998"/>
              <a:gd name="connsiteX19" fmla="*/ 2426087 w 2426087"/>
              <a:gd name="connsiteY19"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906283 h 2468998"/>
              <a:gd name="connsiteX4" fmla="*/ 0 w 2426087"/>
              <a:gd name="connsiteY4" fmla="*/ 1685168 h 2468998"/>
              <a:gd name="connsiteX5" fmla="*/ 0 w 2426087"/>
              <a:gd name="connsiteY5" fmla="*/ 1524590 h 2468998"/>
              <a:gd name="connsiteX6" fmla="*/ 0 w 2426087"/>
              <a:gd name="connsiteY6" fmla="*/ 1235988 h 2468998"/>
              <a:gd name="connsiteX7" fmla="*/ 0 w 2426087"/>
              <a:gd name="connsiteY7" fmla="*/ 1134881 h 2468998"/>
              <a:gd name="connsiteX8" fmla="*/ 309816 w 2426087"/>
              <a:gd name="connsiteY8" fmla="*/ 473886 h 2468998"/>
              <a:gd name="connsiteX9" fmla="*/ 1080108 w 2426087"/>
              <a:gd name="connsiteY9" fmla="*/ 91233 h 2468998"/>
              <a:gd name="connsiteX10" fmla="*/ 1188054 w 2426087"/>
              <a:gd name="connsiteY10" fmla="*/ 0 h 2468998"/>
              <a:gd name="connsiteX11" fmla="*/ 1292113 w 2426087"/>
              <a:gd name="connsiteY11" fmla="*/ 91233 h 2468998"/>
              <a:gd name="connsiteX12" fmla="*/ 2062403 w 2426087"/>
              <a:gd name="connsiteY12" fmla="*/ 473886 h 2468998"/>
              <a:gd name="connsiteX13" fmla="*/ 2372219 w 2426087"/>
              <a:gd name="connsiteY13" fmla="*/ 1134881 h 2468998"/>
              <a:gd name="connsiteX14" fmla="*/ 2372219 w 2426087"/>
              <a:gd name="connsiteY14" fmla="*/ 1235988 h 2468998"/>
              <a:gd name="connsiteX15" fmla="*/ 2372219 w 2426087"/>
              <a:gd name="connsiteY15" fmla="*/ 1906283 h 2468998"/>
              <a:gd name="connsiteX16" fmla="*/ 2372219 w 2426087"/>
              <a:gd name="connsiteY16" fmla="*/ 2074878 h 2468998"/>
              <a:gd name="connsiteX17" fmla="*/ 2353763 w 2426087"/>
              <a:gd name="connsiteY17" fmla="*/ 2301180 h 2468998"/>
              <a:gd name="connsiteX18" fmla="*/ 2426087 w 2426087"/>
              <a:gd name="connsiteY18"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906283 h 2468998"/>
              <a:gd name="connsiteX4" fmla="*/ 0 w 2426087"/>
              <a:gd name="connsiteY4" fmla="*/ 1685168 h 2468998"/>
              <a:gd name="connsiteX5" fmla="*/ 0 w 2426087"/>
              <a:gd name="connsiteY5" fmla="*/ 1235988 h 2468998"/>
              <a:gd name="connsiteX6" fmla="*/ 0 w 2426087"/>
              <a:gd name="connsiteY6" fmla="*/ 1134881 h 2468998"/>
              <a:gd name="connsiteX7" fmla="*/ 309816 w 2426087"/>
              <a:gd name="connsiteY7" fmla="*/ 473886 h 2468998"/>
              <a:gd name="connsiteX8" fmla="*/ 1080108 w 2426087"/>
              <a:gd name="connsiteY8" fmla="*/ 91233 h 2468998"/>
              <a:gd name="connsiteX9" fmla="*/ 1188054 w 2426087"/>
              <a:gd name="connsiteY9" fmla="*/ 0 h 2468998"/>
              <a:gd name="connsiteX10" fmla="*/ 1292113 w 2426087"/>
              <a:gd name="connsiteY10" fmla="*/ 91233 h 2468998"/>
              <a:gd name="connsiteX11" fmla="*/ 2062403 w 2426087"/>
              <a:gd name="connsiteY11" fmla="*/ 473886 h 2468998"/>
              <a:gd name="connsiteX12" fmla="*/ 2372219 w 2426087"/>
              <a:gd name="connsiteY12" fmla="*/ 1134881 h 2468998"/>
              <a:gd name="connsiteX13" fmla="*/ 2372219 w 2426087"/>
              <a:gd name="connsiteY13" fmla="*/ 1235988 h 2468998"/>
              <a:gd name="connsiteX14" fmla="*/ 2372219 w 2426087"/>
              <a:gd name="connsiteY14" fmla="*/ 1906283 h 2468998"/>
              <a:gd name="connsiteX15" fmla="*/ 2372219 w 2426087"/>
              <a:gd name="connsiteY15" fmla="*/ 2074878 h 2468998"/>
              <a:gd name="connsiteX16" fmla="*/ 2353763 w 2426087"/>
              <a:gd name="connsiteY16" fmla="*/ 2301180 h 2468998"/>
              <a:gd name="connsiteX17" fmla="*/ 2426087 w 2426087"/>
              <a:gd name="connsiteY17"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906283 h 2468998"/>
              <a:gd name="connsiteX4" fmla="*/ 0 w 2426087"/>
              <a:gd name="connsiteY4" fmla="*/ 1235988 h 2468998"/>
              <a:gd name="connsiteX5" fmla="*/ 0 w 2426087"/>
              <a:gd name="connsiteY5" fmla="*/ 1134881 h 2468998"/>
              <a:gd name="connsiteX6" fmla="*/ 309816 w 2426087"/>
              <a:gd name="connsiteY6" fmla="*/ 473886 h 2468998"/>
              <a:gd name="connsiteX7" fmla="*/ 1080108 w 2426087"/>
              <a:gd name="connsiteY7" fmla="*/ 91233 h 2468998"/>
              <a:gd name="connsiteX8" fmla="*/ 1188054 w 2426087"/>
              <a:gd name="connsiteY8" fmla="*/ 0 h 2468998"/>
              <a:gd name="connsiteX9" fmla="*/ 1292113 w 2426087"/>
              <a:gd name="connsiteY9" fmla="*/ 91233 h 2468998"/>
              <a:gd name="connsiteX10" fmla="*/ 2062403 w 2426087"/>
              <a:gd name="connsiteY10" fmla="*/ 473886 h 2468998"/>
              <a:gd name="connsiteX11" fmla="*/ 2372219 w 2426087"/>
              <a:gd name="connsiteY11" fmla="*/ 1134881 h 2468998"/>
              <a:gd name="connsiteX12" fmla="*/ 2372219 w 2426087"/>
              <a:gd name="connsiteY12" fmla="*/ 1235988 h 2468998"/>
              <a:gd name="connsiteX13" fmla="*/ 2372219 w 2426087"/>
              <a:gd name="connsiteY13" fmla="*/ 1906283 h 2468998"/>
              <a:gd name="connsiteX14" fmla="*/ 2372219 w 2426087"/>
              <a:gd name="connsiteY14" fmla="*/ 2074878 h 2468998"/>
              <a:gd name="connsiteX15" fmla="*/ 2353763 w 2426087"/>
              <a:gd name="connsiteY15" fmla="*/ 2301180 h 2468998"/>
              <a:gd name="connsiteX16" fmla="*/ 2426087 w 2426087"/>
              <a:gd name="connsiteY16" fmla="*/ 2468998 h 2468998"/>
              <a:gd name="connsiteX0" fmla="*/ 37572 w 2426087"/>
              <a:gd name="connsiteY0" fmla="*/ 2377558 h 2468998"/>
              <a:gd name="connsiteX1" fmla="*/ 18456 w 2426087"/>
              <a:gd name="connsiteY1" fmla="*/ 2301180 h 2468998"/>
              <a:gd name="connsiteX2" fmla="*/ 0 w 2426087"/>
              <a:gd name="connsiteY2" fmla="*/ 2074878 h 2468998"/>
              <a:gd name="connsiteX3" fmla="*/ 0 w 2426087"/>
              <a:gd name="connsiteY3" fmla="*/ 1235988 h 2468998"/>
              <a:gd name="connsiteX4" fmla="*/ 0 w 2426087"/>
              <a:gd name="connsiteY4" fmla="*/ 1134881 h 2468998"/>
              <a:gd name="connsiteX5" fmla="*/ 309816 w 2426087"/>
              <a:gd name="connsiteY5" fmla="*/ 473886 h 2468998"/>
              <a:gd name="connsiteX6" fmla="*/ 1080108 w 2426087"/>
              <a:gd name="connsiteY6" fmla="*/ 91233 h 2468998"/>
              <a:gd name="connsiteX7" fmla="*/ 1188054 w 2426087"/>
              <a:gd name="connsiteY7" fmla="*/ 0 h 2468998"/>
              <a:gd name="connsiteX8" fmla="*/ 1292113 w 2426087"/>
              <a:gd name="connsiteY8" fmla="*/ 91233 h 2468998"/>
              <a:gd name="connsiteX9" fmla="*/ 2062403 w 2426087"/>
              <a:gd name="connsiteY9" fmla="*/ 473886 h 2468998"/>
              <a:gd name="connsiteX10" fmla="*/ 2372219 w 2426087"/>
              <a:gd name="connsiteY10" fmla="*/ 1134881 h 2468998"/>
              <a:gd name="connsiteX11" fmla="*/ 2372219 w 2426087"/>
              <a:gd name="connsiteY11" fmla="*/ 1235988 h 2468998"/>
              <a:gd name="connsiteX12" fmla="*/ 2372219 w 2426087"/>
              <a:gd name="connsiteY12" fmla="*/ 1906283 h 2468998"/>
              <a:gd name="connsiteX13" fmla="*/ 2372219 w 2426087"/>
              <a:gd name="connsiteY13" fmla="*/ 2074878 h 2468998"/>
              <a:gd name="connsiteX14" fmla="*/ 2353763 w 2426087"/>
              <a:gd name="connsiteY14" fmla="*/ 2301180 h 2468998"/>
              <a:gd name="connsiteX15" fmla="*/ 2426087 w 2426087"/>
              <a:gd name="connsiteY15" fmla="*/ 2468998 h 2468998"/>
              <a:gd name="connsiteX0" fmla="*/ 37572 w 2372219"/>
              <a:gd name="connsiteY0" fmla="*/ 2377558 h 2379607"/>
              <a:gd name="connsiteX1" fmla="*/ 18456 w 2372219"/>
              <a:gd name="connsiteY1" fmla="*/ 2301180 h 2379607"/>
              <a:gd name="connsiteX2" fmla="*/ 0 w 2372219"/>
              <a:gd name="connsiteY2" fmla="*/ 2074878 h 2379607"/>
              <a:gd name="connsiteX3" fmla="*/ 0 w 2372219"/>
              <a:gd name="connsiteY3" fmla="*/ 1235988 h 2379607"/>
              <a:gd name="connsiteX4" fmla="*/ 0 w 2372219"/>
              <a:gd name="connsiteY4" fmla="*/ 1134881 h 2379607"/>
              <a:gd name="connsiteX5" fmla="*/ 309816 w 2372219"/>
              <a:gd name="connsiteY5" fmla="*/ 473886 h 2379607"/>
              <a:gd name="connsiteX6" fmla="*/ 1080108 w 2372219"/>
              <a:gd name="connsiteY6" fmla="*/ 91233 h 2379607"/>
              <a:gd name="connsiteX7" fmla="*/ 1188054 w 2372219"/>
              <a:gd name="connsiteY7" fmla="*/ 0 h 2379607"/>
              <a:gd name="connsiteX8" fmla="*/ 1292113 w 2372219"/>
              <a:gd name="connsiteY8" fmla="*/ 91233 h 2379607"/>
              <a:gd name="connsiteX9" fmla="*/ 2062403 w 2372219"/>
              <a:gd name="connsiteY9" fmla="*/ 473886 h 2379607"/>
              <a:gd name="connsiteX10" fmla="*/ 2372219 w 2372219"/>
              <a:gd name="connsiteY10" fmla="*/ 1134881 h 2379607"/>
              <a:gd name="connsiteX11" fmla="*/ 2372219 w 2372219"/>
              <a:gd name="connsiteY11" fmla="*/ 1235988 h 2379607"/>
              <a:gd name="connsiteX12" fmla="*/ 2372219 w 2372219"/>
              <a:gd name="connsiteY12" fmla="*/ 1906283 h 2379607"/>
              <a:gd name="connsiteX13" fmla="*/ 2372219 w 2372219"/>
              <a:gd name="connsiteY13" fmla="*/ 2074878 h 2379607"/>
              <a:gd name="connsiteX14" fmla="*/ 2353763 w 2372219"/>
              <a:gd name="connsiteY14" fmla="*/ 2301180 h 2379607"/>
              <a:gd name="connsiteX15" fmla="*/ 2351594 w 2372219"/>
              <a:gd name="connsiteY15" fmla="*/ 2379607 h 2379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72219" h="2379607">
                <a:moveTo>
                  <a:pt x="37572" y="2377558"/>
                </a:moveTo>
                <a:lnTo>
                  <a:pt x="18456" y="2301180"/>
                </a:lnTo>
                <a:cubicBezTo>
                  <a:pt x="6051" y="2234851"/>
                  <a:pt x="0" y="2160191"/>
                  <a:pt x="0" y="2074878"/>
                </a:cubicBezTo>
                <a:lnTo>
                  <a:pt x="0" y="1235988"/>
                </a:lnTo>
                <a:lnTo>
                  <a:pt x="0" y="1134881"/>
                </a:lnTo>
                <a:cubicBezTo>
                  <a:pt x="0" y="793630"/>
                  <a:pt x="96817" y="622823"/>
                  <a:pt x="309816" y="473886"/>
                </a:cubicBezTo>
                <a:cubicBezTo>
                  <a:pt x="531329" y="345550"/>
                  <a:pt x="822086" y="290627"/>
                  <a:pt x="1080108" y="91233"/>
                </a:cubicBezTo>
                <a:lnTo>
                  <a:pt x="1188054" y="0"/>
                </a:lnTo>
                <a:lnTo>
                  <a:pt x="1292113" y="91233"/>
                </a:lnTo>
                <a:cubicBezTo>
                  <a:pt x="1550134" y="290627"/>
                  <a:pt x="1840892" y="345550"/>
                  <a:pt x="2062403" y="473886"/>
                </a:cubicBezTo>
                <a:cubicBezTo>
                  <a:pt x="2275403" y="622823"/>
                  <a:pt x="2372219" y="793630"/>
                  <a:pt x="2372219" y="1134881"/>
                </a:cubicBezTo>
                <a:lnTo>
                  <a:pt x="2372219" y="1235988"/>
                </a:lnTo>
                <a:lnTo>
                  <a:pt x="2372219" y="1906283"/>
                </a:lnTo>
                <a:lnTo>
                  <a:pt x="2372219" y="2074878"/>
                </a:lnTo>
                <a:cubicBezTo>
                  <a:pt x="2372219" y="2160191"/>
                  <a:pt x="2366168" y="2234851"/>
                  <a:pt x="2353763" y="2301180"/>
                </a:cubicBezTo>
                <a:cubicBezTo>
                  <a:pt x="2347391" y="2326639"/>
                  <a:pt x="2351594" y="2379607"/>
                  <a:pt x="2351594" y="2379607"/>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6993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3783D31-B128-4AEB-867D-9B51766C0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F12F8F71-2255-4DF5-8FFB-2A6F7AA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928C49F-56A5-41E0-97B2-1AC457310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67F7B3-7AE8-8922-B8A5-0E6566B529D7}"/>
              </a:ext>
            </a:extLst>
          </p:cNvPr>
          <p:cNvSpPr>
            <a:spLocks noGrp="1"/>
          </p:cNvSpPr>
          <p:nvPr>
            <p:ph type="title"/>
          </p:nvPr>
        </p:nvSpPr>
        <p:spPr>
          <a:xfrm>
            <a:off x="1533524" y="1921668"/>
            <a:ext cx="3028950" cy="3386137"/>
          </a:xfrm>
        </p:spPr>
        <p:txBody>
          <a:bodyPr>
            <a:normAutofit/>
          </a:bodyPr>
          <a:lstStyle/>
          <a:p>
            <a:pPr algn="ctr"/>
            <a:r>
              <a:rPr lang="en-IN" sz="3400"/>
              <a:t>				DATA COLLECTION</a:t>
            </a:r>
          </a:p>
        </p:txBody>
      </p:sp>
      <p:sp>
        <p:nvSpPr>
          <p:cNvPr id="3" name="Content Placeholder 2">
            <a:extLst>
              <a:ext uri="{FF2B5EF4-FFF2-40B4-BE49-F238E27FC236}">
                <a16:creationId xmlns:a16="http://schemas.microsoft.com/office/drawing/2014/main" id="{50929DFC-ED4F-83C1-E415-75F6B7757ADF}"/>
              </a:ext>
            </a:extLst>
          </p:cNvPr>
          <p:cNvSpPr>
            <a:spLocks noGrp="1"/>
          </p:cNvSpPr>
          <p:nvPr>
            <p:ph idx="1"/>
          </p:nvPr>
        </p:nvSpPr>
        <p:spPr>
          <a:xfrm>
            <a:off x="6095999" y="876300"/>
            <a:ext cx="5143501" cy="5029201"/>
          </a:xfrm>
        </p:spPr>
        <p:txBody>
          <a:bodyPr anchor="ctr">
            <a:normAutofit/>
          </a:bodyPr>
          <a:lstStyle/>
          <a:p>
            <a:pPr marL="0" indent="0">
              <a:buNone/>
            </a:pPr>
            <a:r>
              <a:rPr lang="en-IN" dirty="0"/>
              <a:t>The first step involves collecting both static and dynamic data required for route analysis.</a:t>
            </a:r>
          </a:p>
          <a:p>
            <a:r>
              <a:rPr lang="en-US" dirty="0"/>
              <a:t>Static data, which includes road network details such as distance, road type, elevation, and intersection density.</a:t>
            </a:r>
          </a:p>
          <a:p>
            <a:r>
              <a:rPr lang="en-US" dirty="0"/>
              <a:t>Dynamic data, which includes traffic conditions, stop frequency, and environmental factors.</a:t>
            </a:r>
          </a:p>
          <a:p>
            <a:r>
              <a:rPr lang="en-US" dirty="0"/>
              <a:t>Vehicle-related data such as speed, acceleration patterns, and stops are also considered.</a:t>
            </a:r>
            <a:endParaRPr lang="en-IN" dirty="0"/>
          </a:p>
          <a:p>
            <a:endParaRPr lang="en-IN" dirty="0"/>
          </a:p>
        </p:txBody>
      </p:sp>
    </p:spTree>
    <p:extLst>
      <p:ext uri="{BB962C8B-B14F-4D97-AF65-F5344CB8AC3E}">
        <p14:creationId xmlns:p14="http://schemas.microsoft.com/office/powerpoint/2010/main" val="3007908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94FB127-EF47-D09F-41F7-F24C5B439E2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AE7025B-B2BA-E4A4-540F-5B66A8C33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7D84391-5DF4-98DE-8FBB-AE52BF583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259358A8-BD27-5890-DCDF-9660E640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A87068B-4170-5E6B-914B-666EDAF73ABA}"/>
              </a:ext>
            </a:extLst>
          </p:cNvPr>
          <p:cNvSpPr>
            <a:spLocks noGrp="1"/>
          </p:cNvSpPr>
          <p:nvPr>
            <p:ph type="title"/>
          </p:nvPr>
        </p:nvSpPr>
        <p:spPr>
          <a:xfrm>
            <a:off x="1533524" y="1921668"/>
            <a:ext cx="3028950" cy="3386137"/>
          </a:xfrm>
        </p:spPr>
        <p:txBody>
          <a:bodyPr>
            <a:normAutofit/>
          </a:bodyPr>
          <a:lstStyle/>
          <a:p>
            <a:pPr algn="ctr"/>
            <a:r>
              <a:rPr lang="en-US" sz="3400" dirty="0"/>
              <a:t>Data Processing and Feature Extraction</a:t>
            </a:r>
            <a:endParaRPr lang="en-IN" sz="3400" dirty="0"/>
          </a:p>
        </p:txBody>
      </p:sp>
      <p:sp>
        <p:nvSpPr>
          <p:cNvPr id="3" name="Content Placeholder 2">
            <a:extLst>
              <a:ext uri="{FF2B5EF4-FFF2-40B4-BE49-F238E27FC236}">
                <a16:creationId xmlns:a16="http://schemas.microsoft.com/office/drawing/2014/main" id="{1A931DBF-CD3C-C7B7-67B9-56BEBAD9C9E0}"/>
              </a:ext>
            </a:extLst>
          </p:cNvPr>
          <p:cNvSpPr>
            <a:spLocks noGrp="1"/>
          </p:cNvSpPr>
          <p:nvPr>
            <p:ph idx="1"/>
          </p:nvPr>
        </p:nvSpPr>
        <p:spPr>
          <a:xfrm>
            <a:off x="6095999" y="876300"/>
            <a:ext cx="5143501" cy="5029201"/>
          </a:xfrm>
        </p:spPr>
        <p:txBody>
          <a:bodyPr anchor="ctr">
            <a:normAutofit/>
          </a:bodyPr>
          <a:lstStyle/>
          <a:p>
            <a:pPr marL="0" indent="0">
              <a:buNone/>
            </a:pPr>
            <a:r>
              <a:rPr lang="en-US" dirty="0"/>
              <a:t>The collected data is processed to derive meaningful parameters that influence fuel consumption.</a:t>
            </a:r>
          </a:p>
          <a:p>
            <a:pPr marL="0" indent="0">
              <a:buNone/>
            </a:pPr>
            <a:r>
              <a:rPr lang="en-IN" dirty="0"/>
              <a:t>Important parameters are:</a:t>
            </a:r>
          </a:p>
          <a:p>
            <a:r>
              <a:rPr lang="en-US" dirty="0"/>
              <a:t>Frequency of acceleration and braking</a:t>
            </a:r>
          </a:p>
          <a:p>
            <a:r>
              <a:rPr lang="en-US" dirty="0"/>
              <a:t>Number of stops per unit distance</a:t>
            </a:r>
          </a:p>
          <a:p>
            <a:r>
              <a:rPr lang="en-US" dirty="0"/>
              <a:t>Average travel speed</a:t>
            </a:r>
          </a:p>
          <a:p>
            <a:r>
              <a:rPr lang="en-US" dirty="0"/>
              <a:t>Traffic congestion level</a:t>
            </a:r>
            <a:endParaRPr lang="en-IN" dirty="0"/>
          </a:p>
        </p:txBody>
      </p:sp>
    </p:spTree>
    <p:extLst>
      <p:ext uri="{BB962C8B-B14F-4D97-AF65-F5344CB8AC3E}">
        <p14:creationId xmlns:p14="http://schemas.microsoft.com/office/powerpoint/2010/main" val="2501438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E761F78-F182-4620-24A5-85047E0776F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E38C811-DC55-44F5-5DC6-CE21C83FD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A22C031-1D96-3E1F-6712-3C45B46C4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9F59F80B-2560-6680-3856-3C1224D27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F2B2730-03D7-8B0A-BBEE-2E9277D82286}"/>
              </a:ext>
            </a:extLst>
          </p:cNvPr>
          <p:cNvSpPr>
            <a:spLocks noGrp="1"/>
          </p:cNvSpPr>
          <p:nvPr>
            <p:ph type="title"/>
          </p:nvPr>
        </p:nvSpPr>
        <p:spPr>
          <a:xfrm>
            <a:off x="1533524" y="1921668"/>
            <a:ext cx="3028950" cy="3386137"/>
          </a:xfrm>
        </p:spPr>
        <p:txBody>
          <a:bodyPr>
            <a:normAutofit/>
          </a:bodyPr>
          <a:lstStyle/>
          <a:p>
            <a:pPr algn="ctr"/>
            <a:r>
              <a:rPr lang="en-IN" sz="3600" dirty="0"/>
              <a:t>Route Evaluation</a:t>
            </a:r>
            <a:endParaRPr lang="en-IN" sz="3400" dirty="0"/>
          </a:p>
        </p:txBody>
      </p:sp>
      <p:sp>
        <p:nvSpPr>
          <p:cNvPr id="3" name="Content Placeholder 2">
            <a:extLst>
              <a:ext uri="{FF2B5EF4-FFF2-40B4-BE49-F238E27FC236}">
                <a16:creationId xmlns:a16="http://schemas.microsoft.com/office/drawing/2014/main" id="{797F0772-32C2-93D5-CC93-490F835243E4}"/>
              </a:ext>
            </a:extLst>
          </p:cNvPr>
          <p:cNvSpPr>
            <a:spLocks noGrp="1"/>
          </p:cNvSpPr>
          <p:nvPr>
            <p:ph idx="1"/>
          </p:nvPr>
        </p:nvSpPr>
        <p:spPr>
          <a:xfrm>
            <a:off x="6095999" y="876300"/>
            <a:ext cx="5143501" cy="5029201"/>
          </a:xfrm>
        </p:spPr>
        <p:txBody>
          <a:bodyPr anchor="ctr">
            <a:normAutofit/>
          </a:bodyPr>
          <a:lstStyle/>
          <a:p>
            <a:pPr marL="0" indent="0">
              <a:buNone/>
            </a:pPr>
            <a:r>
              <a:rPr lang="en-US" dirty="0"/>
              <a:t>Multiple possible routes between a source and destination are evaluated based on:</a:t>
            </a:r>
          </a:p>
          <a:p>
            <a:r>
              <a:rPr lang="en-US" dirty="0"/>
              <a:t>Driving smoothness</a:t>
            </a:r>
          </a:p>
          <a:p>
            <a:r>
              <a:rPr lang="en-US" dirty="0"/>
              <a:t>Number of acceleration/deceleration events</a:t>
            </a:r>
          </a:p>
          <a:p>
            <a:r>
              <a:rPr lang="en-US" dirty="0"/>
              <a:t>Traffic interruptions</a:t>
            </a:r>
          </a:p>
          <a:p>
            <a:endParaRPr lang="en-US" dirty="0"/>
          </a:p>
          <a:p>
            <a:pPr marL="0" indent="0">
              <a:buNone/>
            </a:pPr>
            <a:r>
              <a:rPr lang="en-US" dirty="0"/>
              <a:t>Each route is assigned a </a:t>
            </a:r>
            <a:r>
              <a:rPr lang="en-US" b="1" dirty="0"/>
              <a:t>fuel consumption score</a:t>
            </a:r>
            <a:r>
              <a:rPr lang="en-US" dirty="0"/>
              <a:t>, allowing comparison between alternatives.</a:t>
            </a:r>
          </a:p>
        </p:txBody>
      </p:sp>
    </p:spTree>
    <p:extLst>
      <p:ext uri="{BB962C8B-B14F-4D97-AF65-F5344CB8AC3E}">
        <p14:creationId xmlns:p14="http://schemas.microsoft.com/office/powerpoint/2010/main" val="1862942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A9E33DC-14D4-9116-7D3B-FD995D1B3F60}"/>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1D02BEE-DCEC-6BAC-D395-4A04797BE0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8E31011-26AF-4065-2BC4-47826DB0CF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399F610-6DCC-F616-9530-EA6119BAE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D06DE33-53A7-4A96-2DE2-1BAFDDB26E3E}"/>
              </a:ext>
            </a:extLst>
          </p:cNvPr>
          <p:cNvSpPr>
            <a:spLocks noGrp="1"/>
          </p:cNvSpPr>
          <p:nvPr>
            <p:ph type="title"/>
          </p:nvPr>
        </p:nvSpPr>
        <p:spPr>
          <a:xfrm>
            <a:off x="1533524" y="1921668"/>
            <a:ext cx="3028950" cy="3386137"/>
          </a:xfrm>
        </p:spPr>
        <p:txBody>
          <a:bodyPr>
            <a:normAutofit/>
          </a:bodyPr>
          <a:lstStyle/>
          <a:p>
            <a:pPr algn="ctr"/>
            <a:r>
              <a:rPr lang="en-IN" sz="3600" dirty="0"/>
              <a:t>Optimal Route Selection</a:t>
            </a:r>
            <a:endParaRPr lang="en-IN" sz="3400" dirty="0"/>
          </a:p>
        </p:txBody>
      </p:sp>
      <p:sp>
        <p:nvSpPr>
          <p:cNvPr id="3" name="Content Placeholder 2">
            <a:extLst>
              <a:ext uri="{FF2B5EF4-FFF2-40B4-BE49-F238E27FC236}">
                <a16:creationId xmlns:a16="http://schemas.microsoft.com/office/drawing/2014/main" id="{4643A026-BAF5-1E20-4EB1-4E488C8C11D9}"/>
              </a:ext>
            </a:extLst>
          </p:cNvPr>
          <p:cNvSpPr>
            <a:spLocks noGrp="1"/>
          </p:cNvSpPr>
          <p:nvPr>
            <p:ph idx="1"/>
          </p:nvPr>
        </p:nvSpPr>
        <p:spPr>
          <a:xfrm>
            <a:off x="6095999" y="876300"/>
            <a:ext cx="5143501" cy="5029201"/>
          </a:xfrm>
        </p:spPr>
        <p:txBody>
          <a:bodyPr anchor="ctr">
            <a:normAutofit/>
          </a:bodyPr>
          <a:lstStyle/>
          <a:p>
            <a:pPr marL="0" indent="0">
              <a:buNone/>
            </a:pPr>
            <a:r>
              <a:rPr lang="en-US" dirty="0"/>
              <a:t>Using the evaluated cost values:</a:t>
            </a:r>
          </a:p>
          <a:p>
            <a:pPr marL="0" indent="0">
              <a:buNone/>
            </a:pPr>
            <a:r>
              <a:rPr lang="en-US" dirty="0"/>
              <a:t>The system identifies the route with the </a:t>
            </a:r>
            <a:r>
              <a:rPr lang="en-US" b="1" dirty="0"/>
              <a:t>minimum fuel consumption score</a:t>
            </a:r>
            <a:r>
              <a:rPr lang="en-US" dirty="0"/>
              <a:t> </a:t>
            </a:r>
          </a:p>
          <a:p>
            <a:pPr marL="0" indent="0">
              <a:buNone/>
            </a:pPr>
            <a:r>
              <a:rPr lang="en-US" dirty="0"/>
              <a:t>This route may differ from the shortest or fastest route </a:t>
            </a:r>
          </a:p>
          <a:p>
            <a:pPr marL="0" indent="0">
              <a:buNone/>
            </a:pPr>
            <a:r>
              <a:rPr lang="en-US" dirty="0"/>
              <a:t>Thus, the system prioritizes </a:t>
            </a:r>
            <a:r>
              <a:rPr lang="en-US" b="1" dirty="0"/>
              <a:t>energy efficiency over distance or time</a:t>
            </a:r>
            <a:r>
              <a:rPr lang="en-US" dirty="0"/>
              <a:t>.</a:t>
            </a:r>
          </a:p>
          <a:p>
            <a:pPr marL="0" indent="0">
              <a:buNone/>
            </a:pPr>
            <a:endParaRPr lang="en-US" dirty="0"/>
          </a:p>
        </p:txBody>
      </p:sp>
    </p:spTree>
    <p:extLst>
      <p:ext uri="{BB962C8B-B14F-4D97-AF65-F5344CB8AC3E}">
        <p14:creationId xmlns:p14="http://schemas.microsoft.com/office/powerpoint/2010/main" val="503796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53E332B-05BF-CBE2-FC76-2F11003B30C2}"/>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12904E4-8173-1575-3C38-0B70B931E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442A0471-573F-2944-AB30-7FC33D171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27F7CE74-87C5-F04A-E0BF-F805222B4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5B3D2DF-97CD-6392-6286-E1D64D1A8804}"/>
              </a:ext>
            </a:extLst>
          </p:cNvPr>
          <p:cNvSpPr>
            <a:spLocks noGrp="1"/>
          </p:cNvSpPr>
          <p:nvPr>
            <p:ph type="title"/>
          </p:nvPr>
        </p:nvSpPr>
        <p:spPr>
          <a:xfrm>
            <a:off x="1533524" y="1921668"/>
            <a:ext cx="3028950" cy="3386137"/>
          </a:xfrm>
        </p:spPr>
        <p:txBody>
          <a:bodyPr>
            <a:normAutofit/>
          </a:bodyPr>
          <a:lstStyle/>
          <a:p>
            <a:pPr algn="ctr"/>
            <a:r>
              <a:rPr lang="en-IN" sz="3600" dirty="0"/>
              <a:t>Real-Time Adaptation	</a:t>
            </a:r>
            <a:endParaRPr lang="en-IN" sz="3400" dirty="0"/>
          </a:p>
        </p:txBody>
      </p:sp>
      <p:sp>
        <p:nvSpPr>
          <p:cNvPr id="3" name="Content Placeholder 2">
            <a:extLst>
              <a:ext uri="{FF2B5EF4-FFF2-40B4-BE49-F238E27FC236}">
                <a16:creationId xmlns:a16="http://schemas.microsoft.com/office/drawing/2014/main" id="{9201F58C-43BA-5360-E0FE-7BAB7098982D}"/>
              </a:ext>
            </a:extLst>
          </p:cNvPr>
          <p:cNvSpPr>
            <a:spLocks noGrp="1"/>
          </p:cNvSpPr>
          <p:nvPr>
            <p:ph idx="1"/>
          </p:nvPr>
        </p:nvSpPr>
        <p:spPr>
          <a:xfrm>
            <a:off x="6095999" y="876300"/>
            <a:ext cx="5143501" cy="5029201"/>
          </a:xfrm>
        </p:spPr>
        <p:txBody>
          <a:bodyPr anchor="ctr">
            <a:normAutofit/>
          </a:bodyPr>
          <a:lstStyle/>
          <a:p>
            <a:pPr marL="0" indent="0">
              <a:buNone/>
            </a:pPr>
            <a:r>
              <a:rPr lang="en-US" dirty="0"/>
              <a:t>The system incorporates dynamic inputs such as:</a:t>
            </a:r>
          </a:p>
          <a:p>
            <a:r>
              <a:rPr lang="en-US" dirty="0"/>
              <a:t>Changing traffic conditions </a:t>
            </a:r>
          </a:p>
          <a:p>
            <a:r>
              <a:rPr lang="en-US" dirty="0"/>
              <a:t>Updated driving patterns </a:t>
            </a:r>
          </a:p>
          <a:p>
            <a:pPr marL="0" indent="0">
              <a:buNone/>
            </a:pPr>
            <a:r>
              <a:rPr lang="en-US" dirty="0"/>
              <a:t>Based on these inputs:</a:t>
            </a:r>
          </a:p>
          <a:p>
            <a:r>
              <a:rPr lang="en-US" dirty="0"/>
              <a:t>Route recommendations are updated in real time </a:t>
            </a:r>
          </a:p>
          <a:p>
            <a:r>
              <a:rPr lang="en-US" dirty="0"/>
              <a:t>The system adapts to current road conditions</a:t>
            </a:r>
          </a:p>
          <a:p>
            <a:endParaRPr lang="en-IN" dirty="0"/>
          </a:p>
          <a:p>
            <a:pPr marL="0" indent="0">
              <a:buNone/>
            </a:pPr>
            <a:endParaRPr lang="en-US" dirty="0"/>
          </a:p>
        </p:txBody>
      </p:sp>
    </p:spTree>
    <p:extLst>
      <p:ext uri="{BB962C8B-B14F-4D97-AF65-F5344CB8AC3E}">
        <p14:creationId xmlns:p14="http://schemas.microsoft.com/office/powerpoint/2010/main" val="515459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1133039-27D3-8899-1A99-222AC2E44223}"/>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925F5A0-C1A9-42F7-3888-5CF4EAB89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3EDE429-EDDF-3586-4384-6F9D84BEE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F520BF0-3A63-CA09-AA08-3BD5B1756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422AAE-2BDA-2C92-D215-6A5968925C5B}"/>
              </a:ext>
            </a:extLst>
          </p:cNvPr>
          <p:cNvSpPr>
            <a:spLocks noGrp="1"/>
          </p:cNvSpPr>
          <p:nvPr>
            <p:ph type="title"/>
          </p:nvPr>
        </p:nvSpPr>
        <p:spPr>
          <a:xfrm>
            <a:off x="1533524" y="1921668"/>
            <a:ext cx="3028950" cy="3386137"/>
          </a:xfrm>
        </p:spPr>
        <p:txBody>
          <a:bodyPr>
            <a:normAutofit/>
          </a:bodyPr>
          <a:lstStyle/>
          <a:p>
            <a:pPr algn="ctr"/>
            <a:r>
              <a:rPr lang="en-IN" sz="3600" dirty="0"/>
              <a:t>Output Generation</a:t>
            </a:r>
            <a:endParaRPr lang="en-IN" sz="3400" dirty="0"/>
          </a:p>
        </p:txBody>
      </p:sp>
      <p:sp>
        <p:nvSpPr>
          <p:cNvPr id="3" name="Content Placeholder 2">
            <a:extLst>
              <a:ext uri="{FF2B5EF4-FFF2-40B4-BE49-F238E27FC236}">
                <a16:creationId xmlns:a16="http://schemas.microsoft.com/office/drawing/2014/main" id="{3669A5EA-800D-6B31-942C-F15EA7694012}"/>
              </a:ext>
            </a:extLst>
          </p:cNvPr>
          <p:cNvSpPr>
            <a:spLocks noGrp="1"/>
          </p:cNvSpPr>
          <p:nvPr>
            <p:ph idx="1"/>
          </p:nvPr>
        </p:nvSpPr>
        <p:spPr>
          <a:xfrm>
            <a:off x="6095999" y="876300"/>
            <a:ext cx="5143501" cy="5029201"/>
          </a:xfrm>
        </p:spPr>
        <p:txBody>
          <a:bodyPr anchor="ctr">
            <a:normAutofit/>
          </a:bodyPr>
          <a:lstStyle/>
          <a:p>
            <a:pPr marL="0" indent="0">
              <a:buNone/>
            </a:pPr>
            <a:r>
              <a:rPr lang="en-US" dirty="0"/>
              <a:t>The system provides:</a:t>
            </a:r>
          </a:p>
          <a:p>
            <a:r>
              <a:rPr lang="en-US" dirty="0"/>
              <a:t>Recommended fuel-efficient route </a:t>
            </a:r>
          </a:p>
          <a:p>
            <a:r>
              <a:rPr lang="en-US" dirty="0"/>
              <a:t>Comparison with conventional routes (shortest/fastest) </a:t>
            </a:r>
          </a:p>
          <a:p>
            <a:r>
              <a:rPr lang="en-US" dirty="0"/>
              <a:t>Estimated fuel consumption and savings </a:t>
            </a:r>
          </a:p>
          <a:p>
            <a:pPr marL="0" indent="0">
              <a:buNone/>
            </a:pPr>
            <a:r>
              <a:rPr lang="en-US" dirty="0"/>
              <a:t>This helps users make informed routing decisions.</a:t>
            </a:r>
          </a:p>
          <a:p>
            <a:pPr marL="0" indent="0">
              <a:buNone/>
            </a:pPr>
            <a:endParaRPr lang="en-US" dirty="0"/>
          </a:p>
        </p:txBody>
      </p:sp>
    </p:spTree>
    <p:extLst>
      <p:ext uri="{BB962C8B-B14F-4D97-AF65-F5344CB8AC3E}">
        <p14:creationId xmlns:p14="http://schemas.microsoft.com/office/powerpoint/2010/main" val="2931090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FB2DA2B-BFCB-0A64-44A1-1642CF4C996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7778E5-282E-D098-B25E-548C38F504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51C0E10-F474-B253-F1AF-960648C63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594" y="841778"/>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3D9BD7F6-8F63-D770-5B83-D802C0747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0827" y="759617"/>
            <a:ext cx="4014345" cy="5291886"/>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31B641D-35A9-D564-F3C3-6D33C2E9E4BF}"/>
              </a:ext>
            </a:extLst>
          </p:cNvPr>
          <p:cNvSpPr>
            <a:spLocks noGrp="1"/>
          </p:cNvSpPr>
          <p:nvPr>
            <p:ph type="title"/>
          </p:nvPr>
        </p:nvSpPr>
        <p:spPr>
          <a:xfrm>
            <a:off x="1533524" y="1921668"/>
            <a:ext cx="3028950" cy="3386137"/>
          </a:xfrm>
        </p:spPr>
        <p:txBody>
          <a:bodyPr>
            <a:normAutofit/>
          </a:bodyPr>
          <a:lstStyle/>
          <a:p>
            <a:pPr algn="ctr"/>
            <a:r>
              <a:rPr lang="en-IN" sz="3600" dirty="0"/>
              <a:t>Continuous Improvement</a:t>
            </a:r>
            <a:endParaRPr lang="en-IN" sz="3400" dirty="0"/>
          </a:p>
        </p:txBody>
      </p:sp>
      <p:sp>
        <p:nvSpPr>
          <p:cNvPr id="3" name="Content Placeholder 2">
            <a:extLst>
              <a:ext uri="{FF2B5EF4-FFF2-40B4-BE49-F238E27FC236}">
                <a16:creationId xmlns:a16="http://schemas.microsoft.com/office/drawing/2014/main" id="{410ACA2D-C7CC-A764-3A02-25A4CD0E7621}"/>
              </a:ext>
            </a:extLst>
          </p:cNvPr>
          <p:cNvSpPr>
            <a:spLocks noGrp="1"/>
          </p:cNvSpPr>
          <p:nvPr>
            <p:ph idx="1"/>
          </p:nvPr>
        </p:nvSpPr>
        <p:spPr>
          <a:xfrm>
            <a:off x="6095999" y="876300"/>
            <a:ext cx="5143501" cy="5029201"/>
          </a:xfrm>
        </p:spPr>
        <p:txBody>
          <a:bodyPr anchor="ctr">
            <a:normAutofit/>
          </a:bodyPr>
          <a:lstStyle/>
          <a:p>
            <a:pPr marL="0" indent="0">
              <a:buNone/>
            </a:pPr>
            <a:r>
              <a:rPr lang="en-US" dirty="0"/>
              <a:t>The system is designed to improve over time using machine learning by:</a:t>
            </a:r>
          </a:p>
          <a:p>
            <a:r>
              <a:rPr lang="en-US" dirty="0"/>
              <a:t>Incorporating new trip data </a:t>
            </a:r>
          </a:p>
          <a:p>
            <a:r>
              <a:rPr lang="en-US" dirty="0"/>
              <a:t>Refining route evaluation criteria </a:t>
            </a:r>
          </a:p>
          <a:p>
            <a:r>
              <a:rPr lang="en-US" dirty="0"/>
              <a:t>Enhancing prediction accuracy</a:t>
            </a:r>
          </a:p>
          <a:p>
            <a:pPr marL="0" indent="0">
              <a:buNone/>
            </a:pPr>
            <a:endParaRPr lang="en-US" dirty="0"/>
          </a:p>
        </p:txBody>
      </p:sp>
    </p:spTree>
    <p:extLst>
      <p:ext uri="{BB962C8B-B14F-4D97-AF65-F5344CB8AC3E}">
        <p14:creationId xmlns:p14="http://schemas.microsoft.com/office/powerpoint/2010/main" val="124109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A50C-070B-59FF-8649-760438B3828C}"/>
              </a:ext>
            </a:extLst>
          </p:cNvPr>
          <p:cNvSpPr>
            <a:spLocks noGrp="1"/>
          </p:cNvSpPr>
          <p:nvPr>
            <p:ph type="title"/>
          </p:nvPr>
        </p:nvSpPr>
        <p:spPr/>
        <p:txBody>
          <a:bodyPr/>
          <a:lstStyle/>
          <a:p>
            <a:r>
              <a:rPr lang="en-US" dirty="0"/>
              <a:t>AI Model Description</a:t>
            </a:r>
            <a:endParaRPr lang="en-IN" dirty="0"/>
          </a:p>
        </p:txBody>
      </p:sp>
      <p:sp>
        <p:nvSpPr>
          <p:cNvPr id="3" name="Text Placeholder 2">
            <a:extLst>
              <a:ext uri="{FF2B5EF4-FFF2-40B4-BE49-F238E27FC236}">
                <a16:creationId xmlns:a16="http://schemas.microsoft.com/office/drawing/2014/main" id="{28DF827F-8A95-6389-7E7C-31694CEC676E}"/>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291646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E073-296F-F2E4-8A08-A694867ED526}"/>
              </a:ext>
            </a:extLst>
          </p:cNvPr>
          <p:cNvSpPr>
            <a:spLocks noGrp="1"/>
          </p:cNvSpPr>
          <p:nvPr>
            <p:ph type="title"/>
          </p:nvPr>
        </p:nvSpPr>
        <p:spPr/>
        <p:txBody>
          <a:bodyPr/>
          <a:lstStyle/>
          <a:p>
            <a:r>
              <a:rPr lang="en-US" dirty="0"/>
              <a:t>Purpose of the AI model	</a:t>
            </a:r>
            <a:endParaRPr lang="en-IN" dirty="0"/>
          </a:p>
        </p:txBody>
      </p:sp>
      <p:sp>
        <p:nvSpPr>
          <p:cNvPr id="3" name="Content Placeholder 2">
            <a:extLst>
              <a:ext uri="{FF2B5EF4-FFF2-40B4-BE49-F238E27FC236}">
                <a16:creationId xmlns:a16="http://schemas.microsoft.com/office/drawing/2014/main" id="{6CB25D00-5ED7-0EE5-47BD-BB8FBFC1F3E0}"/>
              </a:ext>
            </a:extLst>
          </p:cNvPr>
          <p:cNvSpPr>
            <a:spLocks noGrp="1"/>
          </p:cNvSpPr>
          <p:nvPr>
            <p:ph idx="1"/>
          </p:nvPr>
        </p:nvSpPr>
        <p:spPr/>
        <p:txBody>
          <a:bodyPr/>
          <a:lstStyle/>
          <a:p>
            <a:pPr marL="0" indent="0">
              <a:buNone/>
            </a:pPr>
            <a:r>
              <a:rPr lang="en-US" dirty="0"/>
              <a:t>The AI model is developed to estimate fuel consumption based on real-world driving conditions rather than relying on simple metrics like distance or travel time. Its primary role is to understand how factors such as acceleration, stopping frequency, and traffic conditions affect fuel usage. Instead of directly selecting routes, the model provides fuel consumption estimates that support the route optimization process.</a:t>
            </a:r>
          </a:p>
          <a:p>
            <a:endParaRPr lang="en-IN" dirty="0"/>
          </a:p>
        </p:txBody>
      </p:sp>
    </p:spTree>
    <p:extLst>
      <p:ext uri="{BB962C8B-B14F-4D97-AF65-F5344CB8AC3E}">
        <p14:creationId xmlns:p14="http://schemas.microsoft.com/office/powerpoint/2010/main" val="453561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3C27D-D63A-CB91-6798-A912F4E856AA}"/>
              </a:ext>
            </a:extLst>
          </p:cNvPr>
          <p:cNvSpPr>
            <a:spLocks noGrp="1"/>
          </p:cNvSpPr>
          <p:nvPr>
            <p:ph type="title"/>
          </p:nvPr>
        </p:nvSpPr>
        <p:spPr/>
        <p:txBody>
          <a:bodyPr/>
          <a:lstStyle/>
          <a:p>
            <a:r>
              <a:rPr lang="en-US" dirty="0"/>
              <a:t>Inputs to the model</a:t>
            </a:r>
            <a:endParaRPr lang="en-IN" dirty="0"/>
          </a:p>
        </p:txBody>
      </p:sp>
      <p:sp>
        <p:nvSpPr>
          <p:cNvPr id="3" name="Content Placeholder 2">
            <a:extLst>
              <a:ext uri="{FF2B5EF4-FFF2-40B4-BE49-F238E27FC236}">
                <a16:creationId xmlns:a16="http://schemas.microsoft.com/office/drawing/2014/main" id="{A4ED4609-3357-641C-13E6-4CCC458FA1CA}"/>
              </a:ext>
            </a:extLst>
          </p:cNvPr>
          <p:cNvSpPr>
            <a:spLocks noGrp="1"/>
          </p:cNvSpPr>
          <p:nvPr>
            <p:ph idx="1"/>
          </p:nvPr>
        </p:nvSpPr>
        <p:spPr/>
        <p:txBody>
          <a:bodyPr/>
          <a:lstStyle/>
          <a:p>
            <a:pPr marL="0" indent="0">
              <a:buNone/>
            </a:pPr>
            <a:r>
              <a:rPr lang="en-US" dirty="0"/>
              <a:t>The model takes multiple parameters that influence fuel consumption. These include vehicle-related factors such as speed, acceleration events, and stops per kilometer, as well as external factors like traffic density, road type, and elevation. These inputs collectively represent the driving environment and allow the model to capture variations in fuel usage across different road segments.</a:t>
            </a:r>
            <a:endParaRPr lang="en-IN" dirty="0"/>
          </a:p>
        </p:txBody>
      </p:sp>
    </p:spTree>
    <p:extLst>
      <p:ext uri="{BB962C8B-B14F-4D97-AF65-F5344CB8AC3E}">
        <p14:creationId xmlns:p14="http://schemas.microsoft.com/office/powerpoint/2010/main" val="3901185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655C-A5C2-88D2-EB31-D1F1A97ACA54}"/>
              </a:ext>
            </a:extLst>
          </p:cNvPr>
          <p:cNvSpPr>
            <a:spLocks noGrp="1"/>
          </p:cNvSpPr>
          <p:nvPr>
            <p:ph type="title"/>
          </p:nvPr>
        </p:nvSpPr>
        <p:spPr/>
        <p:txBody>
          <a:bodyPr/>
          <a:lstStyle/>
          <a:p>
            <a:r>
              <a:rPr lang="en-US" dirty="0"/>
              <a:t>Output of the model	</a:t>
            </a:r>
            <a:endParaRPr lang="en-IN" dirty="0"/>
          </a:p>
        </p:txBody>
      </p:sp>
      <p:sp>
        <p:nvSpPr>
          <p:cNvPr id="3" name="Content Placeholder 2">
            <a:extLst>
              <a:ext uri="{FF2B5EF4-FFF2-40B4-BE49-F238E27FC236}">
                <a16:creationId xmlns:a16="http://schemas.microsoft.com/office/drawing/2014/main" id="{22DE19AE-5658-C2C8-12A3-AF955E3A19D9}"/>
              </a:ext>
            </a:extLst>
          </p:cNvPr>
          <p:cNvSpPr>
            <a:spLocks noGrp="1"/>
          </p:cNvSpPr>
          <p:nvPr>
            <p:ph idx="1"/>
          </p:nvPr>
        </p:nvSpPr>
        <p:spPr/>
        <p:txBody>
          <a:bodyPr/>
          <a:lstStyle/>
          <a:p>
            <a:pPr marL="0" indent="0">
              <a:buNone/>
            </a:pPr>
            <a:r>
              <a:rPr lang="en-US" dirty="0"/>
              <a:t>The output of the AI model is the predicted fuel consumption for a given road segment. This prediction acts as a numerical representation of how fuel-efficient that segment is. These values are later used as cost metrics in the routing process, enabling comparison between different possible routes.</a:t>
            </a:r>
            <a:endParaRPr lang="en-IN" dirty="0"/>
          </a:p>
        </p:txBody>
      </p:sp>
    </p:spTree>
    <p:extLst>
      <p:ext uri="{BB962C8B-B14F-4D97-AF65-F5344CB8AC3E}">
        <p14:creationId xmlns:p14="http://schemas.microsoft.com/office/powerpoint/2010/main" val="3284749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F61B6-2BAC-B73A-2593-8834403E625C}"/>
              </a:ext>
            </a:extLst>
          </p:cNvPr>
          <p:cNvSpPr>
            <a:spLocks noGrp="1"/>
          </p:cNvSpPr>
          <p:nvPr>
            <p:ph type="title"/>
          </p:nvPr>
        </p:nvSpPr>
        <p:spPr/>
        <p:txBody>
          <a:bodyPr/>
          <a:lstStyle/>
          <a:p>
            <a:r>
              <a:rPr lang="en-US" dirty="0"/>
              <a:t>Model and Dataset</a:t>
            </a:r>
            <a:endParaRPr lang="en-IN" dirty="0"/>
          </a:p>
        </p:txBody>
      </p:sp>
      <p:sp>
        <p:nvSpPr>
          <p:cNvPr id="3" name="Content Placeholder 2">
            <a:extLst>
              <a:ext uri="{FF2B5EF4-FFF2-40B4-BE49-F238E27FC236}">
                <a16:creationId xmlns:a16="http://schemas.microsoft.com/office/drawing/2014/main" id="{BD1F1E03-56C6-298A-2E7E-09FC809A75D4}"/>
              </a:ext>
            </a:extLst>
          </p:cNvPr>
          <p:cNvSpPr>
            <a:spLocks noGrp="1"/>
          </p:cNvSpPr>
          <p:nvPr>
            <p:ph idx="1"/>
          </p:nvPr>
        </p:nvSpPr>
        <p:spPr/>
        <p:txBody>
          <a:bodyPr/>
          <a:lstStyle/>
          <a:p>
            <a:pPr marL="0" indent="0">
              <a:buNone/>
            </a:pPr>
            <a:r>
              <a:rPr lang="en-US" dirty="0"/>
              <a:t>The model is trained using a dataset that represents different driving conditions and their corresponding fuel consumption values. In the absence of real-world data, a synthetic dataset is generated to simulate realistic scenarios. A regression-based approach, such as Random Forest or </a:t>
            </a:r>
            <a:r>
              <a:rPr lang="en-US" dirty="0" err="1"/>
              <a:t>XGBoost</a:t>
            </a:r>
            <a:r>
              <a:rPr lang="en-US" dirty="0"/>
              <a:t>, is used because it can effectively capture non-linear relationships between input features and fuel consumption.</a:t>
            </a:r>
            <a:endParaRPr lang="en-IN" dirty="0"/>
          </a:p>
        </p:txBody>
      </p:sp>
    </p:spTree>
    <p:extLst>
      <p:ext uri="{BB962C8B-B14F-4D97-AF65-F5344CB8AC3E}">
        <p14:creationId xmlns:p14="http://schemas.microsoft.com/office/powerpoint/2010/main" val="3122405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DE0E-5587-7F7A-5245-02C8C64755F8}"/>
              </a:ext>
            </a:extLst>
          </p:cNvPr>
          <p:cNvSpPr>
            <a:spLocks noGrp="1"/>
          </p:cNvSpPr>
          <p:nvPr>
            <p:ph type="title"/>
          </p:nvPr>
        </p:nvSpPr>
        <p:spPr/>
        <p:txBody>
          <a:bodyPr/>
          <a:lstStyle/>
          <a:p>
            <a:r>
              <a:rPr lang="en-US" dirty="0"/>
              <a:t>Working principle</a:t>
            </a:r>
            <a:endParaRPr lang="en-IN" dirty="0"/>
          </a:p>
        </p:txBody>
      </p:sp>
      <p:sp>
        <p:nvSpPr>
          <p:cNvPr id="3" name="Content Placeholder 2">
            <a:extLst>
              <a:ext uri="{FF2B5EF4-FFF2-40B4-BE49-F238E27FC236}">
                <a16:creationId xmlns:a16="http://schemas.microsoft.com/office/drawing/2014/main" id="{C9028A82-3BDA-6B7A-827A-57DFCF7C1135}"/>
              </a:ext>
            </a:extLst>
          </p:cNvPr>
          <p:cNvSpPr>
            <a:spLocks noGrp="1"/>
          </p:cNvSpPr>
          <p:nvPr>
            <p:ph idx="1"/>
          </p:nvPr>
        </p:nvSpPr>
        <p:spPr/>
        <p:txBody>
          <a:bodyPr/>
          <a:lstStyle/>
          <a:p>
            <a:pPr marL="0" indent="0">
              <a:buNone/>
            </a:pPr>
            <a:r>
              <a:rPr lang="en-US" dirty="0"/>
              <a:t>The model learns the relationship between input features and fuel consumption during the training phase. By analyzing patterns in the dataset, it identifies how changes in driving behavior and road conditions impact fuel usage. Once trained, the model can take new input values and generate fuel consumption predictions, enabling it to generalize to unseen scenarios.</a:t>
            </a:r>
            <a:endParaRPr lang="en-IN" dirty="0"/>
          </a:p>
        </p:txBody>
      </p:sp>
    </p:spTree>
    <p:extLst>
      <p:ext uri="{BB962C8B-B14F-4D97-AF65-F5344CB8AC3E}">
        <p14:creationId xmlns:p14="http://schemas.microsoft.com/office/powerpoint/2010/main" val="3640034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D29C-48EC-11D1-BBDF-492C5385008D}"/>
              </a:ext>
            </a:extLst>
          </p:cNvPr>
          <p:cNvSpPr>
            <a:spLocks noGrp="1"/>
          </p:cNvSpPr>
          <p:nvPr>
            <p:ph type="title"/>
          </p:nvPr>
        </p:nvSpPr>
        <p:spPr/>
        <p:txBody>
          <a:bodyPr/>
          <a:lstStyle/>
          <a:p>
            <a:r>
              <a:rPr lang="en-US" dirty="0"/>
              <a:t>Integration with route optimization	</a:t>
            </a:r>
            <a:endParaRPr lang="en-IN" dirty="0"/>
          </a:p>
        </p:txBody>
      </p:sp>
      <p:sp>
        <p:nvSpPr>
          <p:cNvPr id="3" name="Content Placeholder 2">
            <a:extLst>
              <a:ext uri="{FF2B5EF4-FFF2-40B4-BE49-F238E27FC236}">
                <a16:creationId xmlns:a16="http://schemas.microsoft.com/office/drawing/2014/main" id="{6F442B61-E050-5295-4E6B-AA01E7BF1F9D}"/>
              </a:ext>
            </a:extLst>
          </p:cNvPr>
          <p:cNvSpPr>
            <a:spLocks noGrp="1"/>
          </p:cNvSpPr>
          <p:nvPr>
            <p:ph idx="1"/>
          </p:nvPr>
        </p:nvSpPr>
        <p:spPr/>
        <p:txBody>
          <a:bodyPr/>
          <a:lstStyle/>
          <a:p>
            <a:pPr marL="0" indent="0">
              <a:buNone/>
            </a:pPr>
            <a:r>
              <a:rPr lang="en-US" dirty="0"/>
              <a:t>The AI model is integrated with the routing system by assigning its fuel consumption predictions as weights to road segments in a graph. Each segment is evaluated based on its predicted fuel usage, and routing algorithms use these values to determine the most fuel-efficient path. This approach ensures that route selection is based on energy efficiency rather than just distance or time.</a:t>
            </a:r>
          </a:p>
          <a:p>
            <a:endParaRPr lang="en-IN" dirty="0"/>
          </a:p>
        </p:txBody>
      </p:sp>
    </p:spTree>
    <p:extLst>
      <p:ext uri="{BB962C8B-B14F-4D97-AF65-F5344CB8AC3E}">
        <p14:creationId xmlns:p14="http://schemas.microsoft.com/office/powerpoint/2010/main" val="3427759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95B9-2500-C4DC-60BB-55AD3183A2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1B541A-39FE-FCCA-1D68-CFB299FB04E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23599365"/>
      </p:ext>
    </p:extLst>
  </p:cSld>
  <p:clrMapOvr>
    <a:masterClrMapping/>
  </p:clrMapOvr>
</p:sld>
</file>

<file path=ppt/theme/theme1.xml><?xml version="1.0" encoding="utf-8"?>
<a:theme xmlns:a="http://schemas.openxmlformats.org/drawingml/2006/main" name="MarrakeshVTI">
  <a:themeElements>
    <a:clrScheme name="Marrakesh">
      <a:dk1>
        <a:srgbClr val="000000"/>
      </a:dk1>
      <a:lt1>
        <a:srgbClr val="FFFFFF"/>
      </a:lt1>
      <a:dk2>
        <a:srgbClr val="431C30"/>
      </a:dk2>
      <a:lt2>
        <a:srgbClr val="F3F0EF"/>
      </a:lt2>
      <a:accent1>
        <a:srgbClr val="B35B55"/>
      </a:accent1>
      <a:accent2>
        <a:srgbClr val="CF7E6C"/>
      </a:accent2>
      <a:accent3>
        <a:srgbClr val="CA8F58"/>
      </a:accent3>
      <a:accent4>
        <a:srgbClr val="A97C54"/>
      </a:accent4>
      <a:accent5>
        <a:srgbClr val="917E45"/>
      </a:accent5>
      <a:accent6>
        <a:srgbClr val="647576"/>
      </a:accent6>
      <a:hlink>
        <a:srgbClr val="A25872"/>
      </a:hlink>
      <a:folHlink>
        <a:srgbClr val="667A7E"/>
      </a:folHlink>
    </a:clrScheme>
    <a:fontScheme name="Goudy">
      <a:majorFont>
        <a:latin typeface="Goudy Old Style"/>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rrakeshVTI" id="{DCD97A9B-DAE4-42FA-B2F9-0A5C34F43D6C}" vid="{A7163F41-974B-4A88-831F-D9DFFFE40CEC}"/>
    </a:ext>
  </a:extLst>
</a:theme>
</file>

<file path=docProps/app.xml><?xml version="1.0" encoding="utf-8"?>
<Properties xmlns="http://schemas.openxmlformats.org/officeDocument/2006/extended-properties" xmlns:vt="http://schemas.openxmlformats.org/officeDocument/2006/docPropsVTypes">
  <TotalTime>6333</TotalTime>
  <Words>1894</Words>
  <Application>Microsoft Office PowerPoint</Application>
  <PresentationFormat>Widescreen</PresentationFormat>
  <Paragraphs>291</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Goudy Old Style</vt:lpstr>
      <vt:lpstr>MarrakeshVTI</vt:lpstr>
      <vt:lpstr>AI-Driven Low-Brake Route Intelligence for Fuel and Emission Reduction in Heavy-Duty Trucks </vt:lpstr>
      <vt:lpstr>Abstract</vt:lpstr>
      <vt:lpstr>Introduction</vt:lpstr>
      <vt:lpstr>Objectives</vt:lpstr>
      <vt:lpstr>Block Diagram</vt:lpstr>
      <vt:lpstr>Conditions  required for fuel efficiency in heavy duty trucks</vt:lpstr>
      <vt:lpstr>Traffic Conditions</vt:lpstr>
      <vt:lpstr>Number of Traffic signals</vt:lpstr>
      <vt:lpstr>Length of route and Width of road</vt:lpstr>
      <vt:lpstr>Combined Effect (Length + Width) </vt:lpstr>
      <vt:lpstr>Number of turns on route </vt:lpstr>
      <vt:lpstr>Number of speed breakers and condition of the road </vt:lpstr>
      <vt:lpstr>Road undulations </vt:lpstr>
      <vt:lpstr>Weather during the drive </vt:lpstr>
      <vt:lpstr>Weather during the drive</vt:lpstr>
      <vt:lpstr>Combined Impact on Route </vt:lpstr>
      <vt:lpstr>Best time for driving on the route </vt:lpstr>
      <vt:lpstr>Population Density</vt:lpstr>
      <vt:lpstr>METHODOLOGY</vt:lpstr>
      <vt:lpstr>    DATA COLLECTION</vt:lpstr>
      <vt:lpstr>Data Processing and Feature Extraction</vt:lpstr>
      <vt:lpstr>Route Evaluation</vt:lpstr>
      <vt:lpstr>Optimal Route Selection</vt:lpstr>
      <vt:lpstr>Real-Time Adaptation </vt:lpstr>
      <vt:lpstr>Output Generation</vt:lpstr>
      <vt:lpstr>Continuous Improvement</vt:lpstr>
      <vt:lpstr>AI Model Description</vt:lpstr>
      <vt:lpstr>Purpose of the AI model </vt:lpstr>
      <vt:lpstr>Inputs to the model</vt:lpstr>
      <vt:lpstr>Output of the model </vt:lpstr>
      <vt:lpstr>Model and Dataset</vt:lpstr>
      <vt:lpstr>Working principle</vt:lpstr>
      <vt:lpstr>Integration with route optimization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N</dc:creator>
  <cp:lastModifiedBy>Adisankar P</cp:lastModifiedBy>
  <cp:revision>5</cp:revision>
  <dcterms:created xsi:type="dcterms:W3CDTF">2026-03-29T09:49:11Z</dcterms:created>
  <dcterms:modified xsi:type="dcterms:W3CDTF">2026-04-07T14:21:01Z</dcterms:modified>
</cp:coreProperties>
</file>